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notesSlides/notesSlide1.xml" ContentType="application/vnd.openxmlformats-officedocument.presentationml.notesSlide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notesSlides/notesSlide2.xml" ContentType="application/vnd.openxmlformats-officedocument.presentationml.notesSlide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notesSlides/notesSlide3.xml" ContentType="application/vnd.openxmlformats-officedocument.presentationml.notesSlide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69" r:id="rId4"/>
    <p:sldId id="270" r:id="rId5"/>
    <p:sldId id="278" r:id="rId6"/>
    <p:sldId id="268" r:id="rId7"/>
    <p:sldId id="267" r:id="rId8"/>
    <p:sldId id="275" r:id="rId9"/>
    <p:sldId id="277" r:id="rId10"/>
    <p:sldId id="280" r:id="rId11"/>
    <p:sldId id="281" r:id="rId12"/>
    <p:sldId id="274" r:id="rId13"/>
    <p:sldId id="282" r:id="rId14"/>
    <p:sldId id="298" r:id="rId15"/>
    <p:sldId id="301" r:id="rId16"/>
    <p:sldId id="286" r:id="rId17"/>
    <p:sldId id="285" r:id="rId18"/>
    <p:sldId id="287" r:id="rId19"/>
    <p:sldId id="288" r:id="rId20"/>
    <p:sldId id="302" r:id="rId21"/>
    <p:sldId id="292" r:id="rId22"/>
    <p:sldId id="294" r:id="rId23"/>
    <p:sldId id="296" r:id="rId24"/>
    <p:sldId id="336" r:id="rId25"/>
    <p:sldId id="304" r:id="rId26"/>
    <p:sldId id="310" r:id="rId27"/>
    <p:sldId id="295" r:id="rId28"/>
    <p:sldId id="305" r:id="rId29"/>
    <p:sldId id="338" r:id="rId30"/>
    <p:sldId id="308" r:id="rId31"/>
    <p:sldId id="311" r:id="rId32"/>
    <p:sldId id="318" r:id="rId33"/>
    <p:sldId id="314" r:id="rId34"/>
    <p:sldId id="317" r:id="rId35"/>
    <p:sldId id="319" r:id="rId36"/>
    <p:sldId id="321" r:id="rId37"/>
    <p:sldId id="320" r:id="rId38"/>
    <p:sldId id="322" r:id="rId39"/>
    <p:sldId id="335" r:id="rId40"/>
    <p:sldId id="323" r:id="rId41"/>
    <p:sldId id="327" r:id="rId42"/>
    <p:sldId id="328" r:id="rId43"/>
    <p:sldId id="330" r:id="rId44"/>
    <p:sldId id="326" r:id="rId45"/>
    <p:sldId id="332" r:id="rId46"/>
    <p:sldId id="33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GIMORO" initials="D" lastIdx="2" clrIdx="0">
    <p:extLst>
      <p:ext uri="{19B8F6BF-5375-455C-9EA6-DF929625EA0E}">
        <p15:presenceInfo xmlns:p15="http://schemas.microsoft.com/office/powerpoint/2012/main" userId="DIGIMO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4183"/>
    <a:srgbClr val="CE90A3"/>
    <a:srgbClr val="000066"/>
    <a:srgbClr val="7A364B"/>
    <a:srgbClr val="C3778F"/>
    <a:srgbClr val="D49CAD"/>
    <a:srgbClr val="B9BFE1"/>
    <a:srgbClr val="3399FF"/>
    <a:srgbClr val="33CCFF"/>
    <a:srgbClr val="5A28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fif"/></Relationships>
</file>

<file path=ppt/diagrams/_rels/data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fif"/></Relationships>
</file>

<file path=ppt/diagrams/_rels/data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fif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fif"/><Relationship Id="rId1" Type="http://schemas.openxmlformats.org/officeDocument/2006/relationships/hyperlink" Target="https://maryamroshan.com/" TargetMode="External"/><Relationship Id="rId6" Type="http://schemas.openxmlformats.org/officeDocument/2006/relationships/image" Target="../media/image10.png"/><Relationship Id="rId5" Type="http://schemas.openxmlformats.org/officeDocument/2006/relationships/image" Target="../media/image9.jfif"/><Relationship Id="rId4" Type="http://schemas.openxmlformats.org/officeDocument/2006/relationships/image" Target="../media/image8.jfif"/></Relationships>
</file>

<file path=ppt/diagrams/_rels/data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fif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hyperlink" Target="https://share.google/YUIHvxqy4H0dzWbOl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diagrams/_rels/data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iagrams/_rels/data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g"/></Relationships>
</file>

<file path=ppt/diagrams/_rels/data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fif"/></Relationships>
</file>

<file path=ppt/diagrams/_rels/data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ebp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fif"/></Relationships>
</file>

<file path=ppt/diagrams/_rels/drawing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fif"/></Relationships>
</file>

<file path=ppt/diagrams/_rels/drawing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fif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fif"/><Relationship Id="rId1" Type="http://schemas.openxmlformats.org/officeDocument/2006/relationships/hyperlink" Target="https://maryamroshan.com/" TargetMode="External"/><Relationship Id="rId6" Type="http://schemas.openxmlformats.org/officeDocument/2006/relationships/image" Target="../media/image10.png"/><Relationship Id="rId5" Type="http://schemas.openxmlformats.org/officeDocument/2006/relationships/image" Target="../media/image9.jfif"/><Relationship Id="rId4" Type="http://schemas.openxmlformats.org/officeDocument/2006/relationships/image" Target="../media/image8.jfif"/></Relationships>
</file>

<file path=ppt/diagrams/_rels/drawing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fif"/></Relationships>
</file>

<file path=ppt/diagrams/_rels/drawing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hyperlink" Target="https://share.google/YUIHvxqy4H0dzWbOl" TargetMode="External"/></Relationships>
</file>

<file path=ppt/diagrams/_rels/drawing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iagrams/_rels/drawing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g"/></Relationships>
</file>

<file path=ppt/diagrams/_rels/drawing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fif"/></Relationships>
</file>

<file path=ppt/diagrams/_rels/drawing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ebp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2F37D1-B938-48D6-8B76-9F7A932D8BC5}" type="doc">
      <dgm:prSet loTypeId="urn:microsoft.com/office/officeart/2005/8/layout/vList2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EFE596C1-D826-4D88-B361-B6B7CB6B2876}">
      <dgm:prSet phldrT="[Text]" custT="1"/>
      <dgm:spPr>
        <a:solidFill>
          <a:srgbClr val="C3778F"/>
        </a:solidFill>
      </dgm:spPr>
      <dgm:t>
        <a:bodyPr/>
        <a:lstStyle/>
        <a:p>
          <a:pPr rtl="1"/>
          <a:r>
            <a:rPr lang="fa-IR" sz="2800" dirty="0">
              <a:solidFill>
                <a:srgbClr val="374183"/>
              </a:solidFill>
              <a:cs typeface="B Mitra" panose="00000400000000000000" pitchFamily="2" charset="-78"/>
            </a:rPr>
            <a:t>الف) مفهوم بازاریابی/ اهمیت سیستم بازاریابی/ هدف بازاریابی</a:t>
          </a:r>
          <a:endParaRPr lang="en-US" sz="28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333ECA27-FB74-4790-904C-69151CB64551}" type="parTrans" cxnId="{A129D05B-67C7-4A38-8CAE-031CD5C8E461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D19F568A-2C49-43DD-85B9-ADA7ACA04A2F}" type="sibTrans" cxnId="{A129D05B-67C7-4A38-8CAE-031CD5C8E461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5135DD9C-8688-4420-8AED-680DB412E4F0}">
      <dgm:prSet phldrT="[Text]" custT="1"/>
      <dgm:spPr>
        <a:solidFill>
          <a:srgbClr val="C3778F"/>
        </a:solidFill>
      </dgm:spPr>
      <dgm:t>
        <a:bodyPr/>
        <a:lstStyle/>
        <a:p>
          <a:pPr algn="r" rtl="1"/>
          <a:r>
            <a:rPr lang="fa-IR" sz="2800" dirty="0">
              <a:solidFill>
                <a:srgbClr val="374183"/>
              </a:solidFill>
              <a:cs typeface="B Mitra" panose="00000400000000000000" pitchFamily="2" charset="-78"/>
            </a:rPr>
            <a:t>ب) بازاریابی با رویکرد سفر مشتری</a:t>
          </a:r>
          <a:endParaRPr lang="en-US" sz="28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63372737-5875-4ABB-9D23-E3F2E4B79270}" type="parTrans" cxnId="{A69DE8FC-6157-4F0E-9AFD-27F0113B129D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00A20DC-F7C8-4F35-B0E4-2B764EE3C104}" type="sibTrans" cxnId="{A69DE8FC-6157-4F0E-9AFD-27F0113B129D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8732360-DA5B-4CD1-AFE3-CB5FFA7283DD}">
      <dgm:prSet phldrT="[Text]" custT="1"/>
      <dgm:spPr>
        <a:solidFill>
          <a:srgbClr val="D49CAD"/>
        </a:solidFill>
      </dgm:spPr>
      <dgm:t>
        <a:bodyPr/>
        <a:lstStyle/>
        <a:p>
          <a:pPr algn="ctr" rtl="1"/>
          <a:r>
            <a:rPr lang="fa-IR" sz="2800" dirty="0">
              <a:solidFill>
                <a:srgbClr val="374183"/>
              </a:solidFill>
              <a:cs typeface="B Mitra" panose="00000400000000000000" pitchFamily="2" charset="-78"/>
            </a:rPr>
            <a:t>1. مرحله غریبه با برند</a:t>
          </a:r>
          <a:endParaRPr lang="en-US" sz="28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B07891D3-A5EC-44A5-BBFD-0F1E43A45766}" type="parTrans" cxnId="{FF213C25-A2BB-42BB-ADD2-BA39107CE347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93F2B69A-91BC-485B-968A-4DDF218AB3CC}" type="sibTrans" cxnId="{FF213C25-A2BB-42BB-ADD2-BA39107CE347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42C25931-0959-4F67-B652-3B8B4E740004}">
      <dgm:prSet phldrT="[Text]" custT="1"/>
      <dgm:spPr>
        <a:solidFill>
          <a:srgbClr val="D49CAD"/>
        </a:solidFill>
      </dgm:spPr>
      <dgm:t>
        <a:bodyPr/>
        <a:lstStyle/>
        <a:p>
          <a:pPr algn="ctr" rtl="1"/>
          <a:r>
            <a:rPr lang="fa-IR" sz="2800" dirty="0">
              <a:solidFill>
                <a:srgbClr val="374183"/>
              </a:solidFill>
              <a:cs typeface="B Mitra" panose="00000400000000000000" pitchFamily="2" charset="-78"/>
            </a:rPr>
            <a:t>2. مرحله آشنایی با برند</a:t>
          </a:r>
          <a:endParaRPr lang="en-US" sz="28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EC139EBA-5C7F-4F2F-958F-68549D697F44}" type="parTrans" cxnId="{C62ECB43-F50B-4855-9634-C809B12A887F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E4ACFD86-EC04-4A16-A467-50712EB3C227}" type="sibTrans" cxnId="{C62ECB43-F50B-4855-9634-C809B12A887F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DDC9189F-987D-4A42-92DB-94A82E4D6885}">
      <dgm:prSet phldrT="[Text]" custT="1"/>
      <dgm:spPr>
        <a:solidFill>
          <a:srgbClr val="D49CAD"/>
        </a:solidFill>
      </dgm:spPr>
      <dgm:t>
        <a:bodyPr/>
        <a:lstStyle/>
        <a:p>
          <a:pPr algn="ctr" rtl="1"/>
          <a:r>
            <a:rPr lang="fa-IR" sz="2800" dirty="0">
              <a:solidFill>
                <a:srgbClr val="374183"/>
              </a:solidFill>
              <a:cs typeface="B Mitra" panose="00000400000000000000" pitchFamily="2" charset="-78"/>
            </a:rPr>
            <a:t>3. مرحله توجه و علاقه</a:t>
          </a:r>
          <a:endParaRPr lang="en-US" sz="28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50354FB1-FBEB-4828-B752-63CEA8075BD2}" type="parTrans" cxnId="{AA38477D-367A-4365-923F-B391C264D4EC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73683070-A34C-41CD-BED3-48FE9C0DD61E}" type="sibTrans" cxnId="{AA38477D-367A-4365-923F-B391C264D4EC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509D1BDB-3847-4C79-AC35-154C997D1F96}">
      <dgm:prSet custT="1"/>
      <dgm:spPr>
        <a:solidFill>
          <a:srgbClr val="D49CAD"/>
        </a:solidFill>
      </dgm:spPr>
      <dgm:t>
        <a:bodyPr/>
        <a:lstStyle/>
        <a:p>
          <a:pPr algn="ctr" rtl="1"/>
          <a:r>
            <a:rPr lang="fa-IR" sz="2800" dirty="0">
              <a:solidFill>
                <a:srgbClr val="374183"/>
              </a:solidFill>
              <a:cs typeface="B Mitra" panose="00000400000000000000" pitchFamily="2" charset="-78"/>
            </a:rPr>
            <a:t>4. مرحله اولین تجربه</a:t>
          </a:r>
          <a:endParaRPr lang="en-US" sz="28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D27E9250-2604-4689-8399-9E1876E3C716}" type="parTrans" cxnId="{8083C0E0-0526-45CE-ADB1-B669156D88E5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762FF217-25F0-4B16-A8D9-E87DFDBFB02D}" type="sibTrans" cxnId="{8083C0E0-0526-45CE-ADB1-B669156D88E5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773B0579-C646-4162-885D-5E2CFA7B6DE5}">
      <dgm:prSet custT="1"/>
      <dgm:spPr>
        <a:solidFill>
          <a:srgbClr val="D49CAD"/>
        </a:solidFill>
      </dgm:spPr>
      <dgm:t>
        <a:bodyPr/>
        <a:lstStyle/>
        <a:p>
          <a:pPr algn="ctr" rtl="1"/>
          <a:r>
            <a:rPr lang="fa-IR" sz="2800" dirty="0">
              <a:solidFill>
                <a:srgbClr val="374183"/>
              </a:solidFill>
              <a:cs typeface="B Mitra" panose="00000400000000000000" pitchFamily="2" charset="-78"/>
            </a:rPr>
            <a:t>5. مرحله تکرار تجربه و رضایت</a:t>
          </a:r>
          <a:endParaRPr lang="en-US" sz="28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947744AB-EAD8-4B13-B661-FD556DAFD522}" type="parTrans" cxnId="{5DF1C38F-69E9-4B3C-8E24-604116D618B5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EE9A5B6B-BD3A-48D2-BE01-090B7A3C4AEE}" type="sibTrans" cxnId="{5DF1C38F-69E9-4B3C-8E24-604116D618B5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9CA26FD-D2B3-4353-8D5B-B6D5FB99F39C}">
      <dgm:prSet custT="1"/>
      <dgm:spPr>
        <a:solidFill>
          <a:srgbClr val="C3778F"/>
        </a:solidFill>
      </dgm:spPr>
      <dgm:t>
        <a:bodyPr/>
        <a:lstStyle/>
        <a:p>
          <a:pPr rtl="1"/>
          <a:r>
            <a:rPr lang="fa-IR" sz="2800" dirty="0">
              <a:solidFill>
                <a:srgbClr val="374183"/>
              </a:solidFill>
              <a:cs typeface="B Mitra" panose="00000400000000000000" pitchFamily="2" charset="-78"/>
            </a:rPr>
            <a:t>ج) بازگشت مشتریان از دست رفته</a:t>
          </a:r>
          <a:endParaRPr lang="en-US" sz="28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52D8D9A8-4A69-4291-A6AC-1334164264D5}" type="parTrans" cxnId="{A5A7CB92-02C4-4FCC-9AF8-DD5735E2392D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573F03E4-A7CA-4C0C-A23D-D303F00D06E9}" type="sibTrans" cxnId="{A5A7CB92-02C4-4FCC-9AF8-DD5735E2392D}">
      <dgm:prSet/>
      <dgm:spPr/>
      <dgm:t>
        <a:bodyPr/>
        <a:lstStyle/>
        <a:p>
          <a:pPr rtl="1"/>
          <a:endParaRPr lang="en-US" sz="28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95168EE9-F875-4EFB-BB16-00989EDD5042}">
      <dgm:prSet custT="1"/>
      <dgm:spPr>
        <a:solidFill>
          <a:srgbClr val="D49CAD"/>
        </a:solidFill>
      </dgm:spPr>
      <dgm:t>
        <a:bodyPr/>
        <a:lstStyle/>
        <a:p>
          <a:pPr marL="0" lvl="0" indent="0" algn="ct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6. مرحله وفاداری/طرفداری</a:t>
          </a:r>
          <a:endParaRPr lang="en-US" sz="2800" kern="1200" dirty="0">
            <a:solidFill>
              <a:srgbClr val="374183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796A1E3B-9A1F-4053-870D-D89755D14D83}" type="parTrans" cxnId="{CC1F3B3E-BCE5-40A7-8C0F-7241884E5C7C}">
      <dgm:prSet/>
      <dgm:spPr/>
      <dgm:t>
        <a:bodyPr/>
        <a:lstStyle/>
        <a:p>
          <a:endParaRPr lang="en-US" sz="2800">
            <a:solidFill>
              <a:srgbClr val="374183"/>
            </a:solidFill>
          </a:endParaRPr>
        </a:p>
      </dgm:t>
    </dgm:pt>
    <dgm:pt modelId="{6F51D61C-186B-4B4D-A919-64D8E70CA5AC}" type="sibTrans" cxnId="{CC1F3B3E-BCE5-40A7-8C0F-7241884E5C7C}">
      <dgm:prSet/>
      <dgm:spPr/>
      <dgm:t>
        <a:bodyPr/>
        <a:lstStyle/>
        <a:p>
          <a:endParaRPr lang="en-US" sz="2800">
            <a:solidFill>
              <a:srgbClr val="374183"/>
            </a:solidFill>
          </a:endParaRPr>
        </a:p>
      </dgm:t>
    </dgm:pt>
    <dgm:pt modelId="{08DE9CCD-56BF-46BE-B306-8B2C17AE30E6}" type="pres">
      <dgm:prSet presAssocID="{4A2F37D1-B938-48D6-8B76-9F7A932D8BC5}" presName="linear" presStyleCnt="0">
        <dgm:presLayoutVars>
          <dgm:animLvl val="lvl"/>
          <dgm:resizeHandles val="exact"/>
        </dgm:presLayoutVars>
      </dgm:prSet>
      <dgm:spPr/>
    </dgm:pt>
    <dgm:pt modelId="{C87DC246-BD7F-4F4A-9959-95EC89CA3E36}" type="pres">
      <dgm:prSet presAssocID="{EFE596C1-D826-4D88-B361-B6B7CB6B2876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E766B0DB-05CB-42E2-AA97-DEA2DD798A0F}" type="pres">
      <dgm:prSet presAssocID="{D19F568A-2C49-43DD-85B9-ADA7ACA04A2F}" presName="spacer" presStyleCnt="0"/>
      <dgm:spPr/>
    </dgm:pt>
    <dgm:pt modelId="{2721751D-26AE-4483-8305-179405514177}" type="pres">
      <dgm:prSet presAssocID="{5135DD9C-8688-4420-8AED-680DB412E4F0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E8E24EA2-DE7A-4BCB-BB53-BA0C6057D9F5}" type="pres">
      <dgm:prSet presAssocID="{C00A20DC-F7C8-4F35-B0E4-2B764EE3C104}" presName="spacer" presStyleCnt="0"/>
      <dgm:spPr/>
    </dgm:pt>
    <dgm:pt modelId="{60C1E6C5-ACC3-4A84-AFE9-1BD5B1E7EAAC}" type="pres">
      <dgm:prSet presAssocID="{C8732360-DA5B-4CD1-AFE3-CB5FFA7283DD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6744DDA2-E8E1-460F-95AE-9AD760E06BB9}" type="pres">
      <dgm:prSet presAssocID="{93F2B69A-91BC-485B-968A-4DDF218AB3CC}" presName="spacer" presStyleCnt="0"/>
      <dgm:spPr/>
    </dgm:pt>
    <dgm:pt modelId="{D83D931F-170A-4718-ACCC-FAB9368B8727}" type="pres">
      <dgm:prSet presAssocID="{42C25931-0959-4F67-B652-3B8B4E740004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A9E32E68-4EF2-41CD-AF62-B5F067D42B50}" type="pres">
      <dgm:prSet presAssocID="{E4ACFD86-EC04-4A16-A467-50712EB3C227}" presName="spacer" presStyleCnt="0"/>
      <dgm:spPr/>
    </dgm:pt>
    <dgm:pt modelId="{79A67C76-FFBD-49B6-89AB-E2EF4799BE74}" type="pres">
      <dgm:prSet presAssocID="{DDC9189F-987D-4A42-92DB-94A82E4D6885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CBA91C10-C683-47EA-89AF-AEAC8E1F53F5}" type="pres">
      <dgm:prSet presAssocID="{73683070-A34C-41CD-BED3-48FE9C0DD61E}" presName="spacer" presStyleCnt="0"/>
      <dgm:spPr/>
    </dgm:pt>
    <dgm:pt modelId="{2D211DB9-03D6-49C6-91BA-F8D7E4BCB525}" type="pres">
      <dgm:prSet presAssocID="{509D1BDB-3847-4C79-AC35-154C997D1F96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FD9008CD-97C7-46FD-BC40-9011496C7C3D}" type="pres">
      <dgm:prSet presAssocID="{762FF217-25F0-4B16-A8D9-E87DFDBFB02D}" presName="spacer" presStyleCnt="0"/>
      <dgm:spPr/>
    </dgm:pt>
    <dgm:pt modelId="{B703754A-9A04-4951-8729-782CF68B205C}" type="pres">
      <dgm:prSet presAssocID="{773B0579-C646-4162-885D-5E2CFA7B6DE5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4E8B1E91-696E-4643-9D30-EED8918D4210}" type="pres">
      <dgm:prSet presAssocID="{EE9A5B6B-BD3A-48D2-BE01-090B7A3C4AEE}" presName="spacer" presStyleCnt="0"/>
      <dgm:spPr/>
    </dgm:pt>
    <dgm:pt modelId="{A4BE3665-6541-4182-9EF4-EAC9AE31D7D0}" type="pres">
      <dgm:prSet presAssocID="{95168EE9-F875-4EFB-BB16-00989EDD5042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4E7008E8-1051-4EE3-9EDF-65EB118B6E02}" type="pres">
      <dgm:prSet presAssocID="{6F51D61C-186B-4B4D-A919-64D8E70CA5AC}" presName="spacer" presStyleCnt="0"/>
      <dgm:spPr/>
    </dgm:pt>
    <dgm:pt modelId="{5DA30AB1-9F6B-45BA-8258-C16FD161ED35}" type="pres">
      <dgm:prSet presAssocID="{C9CA26FD-D2B3-4353-8D5B-B6D5FB99F39C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FF213C25-A2BB-42BB-ADD2-BA39107CE347}" srcId="{4A2F37D1-B938-48D6-8B76-9F7A932D8BC5}" destId="{C8732360-DA5B-4CD1-AFE3-CB5FFA7283DD}" srcOrd="2" destOrd="0" parTransId="{B07891D3-A5EC-44A5-BBFD-0F1E43A45766}" sibTransId="{93F2B69A-91BC-485B-968A-4DDF218AB3CC}"/>
    <dgm:cxn modelId="{7AA78728-D775-4CE3-8F60-A78087398092}" type="presOf" srcId="{C8732360-DA5B-4CD1-AFE3-CB5FFA7283DD}" destId="{60C1E6C5-ACC3-4A84-AFE9-1BD5B1E7EAAC}" srcOrd="0" destOrd="0" presId="urn:microsoft.com/office/officeart/2005/8/layout/vList2"/>
    <dgm:cxn modelId="{CF605038-4A89-4AE2-8D75-A5D43E8BC926}" type="presOf" srcId="{5135DD9C-8688-4420-8AED-680DB412E4F0}" destId="{2721751D-26AE-4483-8305-179405514177}" srcOrd="0" destOrd="0" presId="urn:microsoft.com/office/officeart/2005/8/layout/vList2"/>
    <dgm:cxn modelId="{3959743C-5D90-40FA-80ED-55901F008484}" type="presOf" srcId="{509D1BDB-3847-4C79-AC35-154C997D1F96}" destId="{2D211DB9-03D6-49C6-91BA-F8D7E4BCB525}" srcOrd="0" destOrd="0" presId="urn:microsoft.com/office/officeart/2005/8/layout/vList2"/>
    <dgm:cxn modelId="{CC1F3B3E-BCE5-40A7-8C0F-7241884E5C7C}" srcId="{4A2F37D1-B938-48D6-8B76-9F7A932D8BC5}" destId="{95168EE9-F875-4EFB-BB16-00989EDD5042}" srcOrd="7" destOrd="0" parTransId="{796A1E3B-9A1F-4053-870D-D89755D14D83}" sibTransId="{6F51D61C-186B-4B4D-A919-64D8E70CA5AC}"/>
    <dgm:cxn modelId="{A129D05B-67C7-4A38-8CAE-031CD5C8E461}" srcId="{4A2F37D1-B938-48D6-8B76-9F7A932D8BC5}" destId="{EFE596C1-D826-4D88-B361-B6B7CB6B2876}" srcOrd="0" destOrd="0" parTransId="{333ECA27-FB74-4790-904C-69151CB64551}" sibTransId="{D19F568A-2C49-43DD-85B9-ADA7ACA04A2F}"/>
    <dgm:cxn modelId="{1D8DD65C-1610-46A4-9D02-23C0192279ED}" type="presOf" srcId="{4A2F37D1-B938-48D6-8B76-9F7A932D8BC5}" destId="{08DE9CCD-56BF-46BE-B306-8B2C17AE30E6}" srcOrd="0" destOrd="0" presId="urn:microsoft.com/office/officeart/2005/8/layout/vList2"/>
    <dgm:cxn modelId="{C62ECB43-F50B-4855-9634-C809B12A887F}" srcId="{4A2F37D1-B938-48D6-8B76-9F7A932D8BC5}" destId="{42C25931-0959-4F67-B652-3B8B4E740004}" srcOrd="3" destOrd="0" parTransId="{EC139EBA-5C7F-4F2F-958F-68549D697F44}" sibTransId="{E4ACFD86-EC04-4A16-A467-50712EB3C227}"/>
    <dgm:cxn modelId="{AA38477D-367A-4365-923F-B391C264D4EC}" srcId="{4A2F37D1-B938-48D6-8B76-9F7A932D8BC5}" destId="{DDC9189F-987D-4A42-92DB-94A82E4D6885}" srcOrd="4" destOrd="0" parTransId="{50354FB1-FBEB-4828-B752-63CEA8075BD2}" sibTransId="{73683070-A34C-41CD-BED3-48FE9C0DD61E}"/>
    <dgm:cxn modelId="{F8804187-134F-4D00-81C8-C6E3576AF29E}" type="presOf" srcId="{773B0579-C646-4162-885D-5E2CFA7B6DE5}" destId="{B703754A-9A04-4951-8729-782CF68B205C}" srcOrd="0" destOrd="0" presId="urn:microsoft.com/office/officeart/2005/8/layout/vList2"/>
    <dgm:cxn modelId="{8AC2198F-8129-483A-99B8-AED35C3BBBAE}" type="presOf" srcId="{EFE596C1-D826-4D88-B361-B6B7CB6B2876}" destId="{C87DC246-BD7F-4F4A-9959-95EC89CA3E36}" srcOrd="0" destOrd="0" presId="urn:microsoft.com/office/officeart/2005/8/layout/vList2"/>
    <dgm:cxn modelId="{5DF1C38F-69E9-4B3C-8E24-604116D618B5}" srcId="{4A2F37D1-B938-48D6-8B76-9F7A932D8BC5}" destId="{773B0579-C646-4162-885D-5E2CFA7B6DE5}" srcOrd="6" destOrd="0" parTransId="{947744AB-EAD8-4B13-B661-FD556DAFD522}" sibTransId="{EE9A5B6B-BD3A-48D2-BE01-090B7A3C4AEE}"/>
    <dgm:cxn modelId="{D5E22991-1F19-4110-BBF7-9C6449F8669C}" type="presOf" srcId="{95168EE9-F875-4EFB-BB16-00989EDD5042}" destId="{A4BE3665-6541-4182-9EF4-EAC9AE31D7D0}" srcOrd="0" destOrd="0" presId="urn:microsoft.com/office/officeart/2005/8/layout/vList2"/>
    <dgm:cxn modelId="{A5A7CB92-02C4-4FCC-9AF8-DD5735E2392D}" srcId="{4A2F37D1-B938-48D6-8B76-9F7A932D8BC5}" destId="{C9CA26FD-D2B3-4353-8D5B-B6D5FB99F39C}" srcOrd="8" destOrd="0" parTransId="{52D8D9A8-4A69-4291-A6AC-1334164264D5}" sibTransId="{573F03E4-A7CA-4C0C-A23D-D303F00D06E9}"/>
    <dgm:cxn modelId="{B27F349E-3CF9-4435-94D3-18103E0833D4}" type="presOf" srcId="{C9CA26FD-D2B3-4353-8D5B-B6D5FB99F39C}" destId="{5DA30AB1-9F6B-45BA-8258-C16FD161ED35}" srcOrd="0" destOrd="0" presId="urn:microsoft.com/office/officeart/2005/8/layout/vList2"/>
    <dgm:cxn modelId="{9620DCD5-BAE2-427C-9C9C-51A3BDF6603D}" type="presOf" srcId="{DDC9189F-987D-4A42-92DB-94A82E4D6885}" destId="{79A67C76-FFBD-49B6-89AB-E2EF4799BE74}" srcOrd="0" destOrd="0" presId="urn:microsoft.com/office/officeart/2005/8/layout/vList2"/>
    <dgm:cxn modelId="{8083C0E0-0526-45CE-ADB1-B669156D88E5}" srcId="{4A2F37D1-B938-48D6-8B76-9F7A932D8BC5}" destId="{509D1BDB-3847-4C79-AC35-154C997D1F96}" srcOrd="5" destOrd="0" parTransId="{D27E9250-2604-4689-8399-9E1876E3C716}" sibTransId="{762FF217-25F0-4B16-A8D9-E87DFDBFB02D}"/>
    <dgm:cxn modelId="{10980FE4-9679-4A46-A860-AE781987AE5A}" type="presOf" srcId="{42C25931-0959-4F67-B652-3B8B4E740004}" destId="{D83D931F-170A-4718-ACCC-FAB9368B8727}" srcOrd="0" destOrd="0" presId="urn:microsoft.com/office/officeart/2005/8/layout/vList2"/>
    <dgm:cxn modelId="{A69DE8FC-6157-4F0E-9AFD-27F0113B129D}" srcId="{4A2F37D1-B938-48D6-8B76-9F7A932D8BC5}" destId="{5135DD9C-8688-4420-8AED-680DB412E4F0}" srcOrd="1" destOrd="0" parTransId="{63372737-5875-4ABB-9D23-E3F2E4B79270}" sibTransId="{C00A20DC-F7C8-4F35-B0E4-2B764EE3C104}"/>
    <dgm:cxn modelId="{AA3A62BC-E357-4D48-B24E-3C399ACD292E}" type="presParOf" srcId="{08DE9CCD-56BF-46BE-B306-8B2C17AE30E6}" destId="{C87DC246-BD7F-4F4A-9959-95EC89CA3E36}" srcOrd="0" destOrd="0" presId="urn:microsoft.com/office/officeart/2005/8/layout/vList2"/>
    <dgm:cxn modelId="{FDB1A068-9F65-4E7C-920D-FDCE293104C6}" type="presParOf" srcId="{08DE9CCD-56BF-46BE-B306-8B2C17AE30E6}" destId="{E766B0DB-05CB-42E2-AA97-DEA2DD798A0F}" srcOrd="1" destOrd="0" presId="urn:microsoft.com/office/officeart/2005/8/layout/vList2"/>
    <dgm:cxn modelId="{9F59A6BF-6318-45E4-A66B-E52B71662610}" type="presParOf" srcId="{08DE9CCD-56BF-46BE-B306-8B2C17AE30E6}" destId="{2721751D-26AE-4483-8305-179405514177}" srcOrd="2" destOrd="0" presId="urn:microsoft.com/office/officeart/2005/8/layout/vList2"/>
    <dgm:cxn modelId="{98E324E1-2DDE-421A-A1E6-F2B410B799A8}" type="presParOf" srcId="{08DE9CCD-56BF-46BE-B306-8B2C17AE30E6}" destId="{E8E24EA2-DE7A-4BCB-BB53-BA0C6057D9F5}" srcOrd="3" destOrd="0" presId="urn:microsoft.com/office/officeart/2005/8/layout/vList2"/>
    <dgm:cxn modelId="{FB03492D-2E12-4216-A2B6-45BEDB0ECE1B}" type="presParOf" srcId="{08DE9CCD-56BF-46BE-B306-8B2C17AE30E6}" destId="{60C1E6C5-ACC3-4A84-AFE9-1BD5B1E7EAAC}" srcOrd="4" destOrd="0" presId="urn:microsoft.com/office/officeart/2005/8/layout/vList2"/>
    <dgm:cxn modelId="{43672876-AD55-4D03-8D84-E187F1669DFD}" type="presParOf" srcId="{08DE9CCD-56BF-46BE-B306-8B2C17AE30E6}" destId="{6744DDA2-E8E1-460F-95AE-9AD760E06BB9}" srcOrd="5" destOrd="0" presId="urn:microsoft.com/office/officeart/2005/8/layout/vList2"/>
    <dgm:cxn modelId="{2E9C8E89-E25E-4AB3-97A0-CFC91D13BAE9}" type="presParOf" srcId="{08DE9CCD-56BF-46BE-B306-8B2C17AE30E6}" destId="{D83D931F-170A-4718-ACCC-FAB9368B8727}" srcOrd="6" destOrd="0" presId="urn:microsoft.com/office/officeart/2005/8/layout/vList2"/>
    <dgm:cxn modelId="{ABCC4292-FCE2-4B94-B501-9D7AC1D2ED9D}" type="presParOf" srcId="{08DE9CCD-56BF-46BE-B306-8B2C17AE30E6}" destId="{A9E32E68-4EF2-41CD-AF62-B5F067D42B50}" srcOrd="7" destOrd="0" presId="urn:microsoft.com/office/officeart/2005/8/layout/vList2"/>
    <dgm:cxn modelId="{703B72AC-034F-4507-889F-C47B4B53EB8A}" type="presParOf" srcId="{08DE9CCD-56BF-46BE-B306-8B2C17AE30E6}" destId="{79A67C76-FFBD-49B6-89AB-E2EF4799BE74}" srcOrd="8" destOrd="0" presId="urn:microsoft.com/office/officeart/2005/8/layout/vList2"/>
    <dgm:cxn modelId="{C98A9E97-E8D1-4434-B3C7-3589B2DE69BD}" type="presParOf" srcId="{08DE9CCD-56BF-46BE-B306-8B2C17AE30E6}" destId="{CBA91C10-C683-47EA-89AF-AEAC8E1F53F5}" srcOrd="9" destOrd="0" presId="urn:microsoft.com/office/officeart/2005/8/layout/vList2"/>
    <dgm:cxn modelId="{499791AB-EBA8-4E83-8348-F790E03DC25D}" type="presParOf" srcId="{08DE9CCD-56BF-46BE-B306-8B2C17AE30E6}" destId="{2D211DB9-03D6-49C6-91BA-F8D7E4BCB525}" srcOrd="10" destOrd="0" presId="urn:microsoft.com/office/officeart/2005/8/layout/vList2"/>
    <dgm:cxn modelId="{37F34FE8-78B1-4C9F-8706-76FA5EBE7843}" type="presParOf" srcId="{08DE9CCD-56BF-46BE-B306-8B2C17AE30E6}" destId="{FD9008CD-97C7-46FD-BC40-9011496C7C3D}" srcOrd="11" destOrd="0" presId="urn:microsoft.com/office/officeart/2005/8/layout/vList2"/>
    <dgm:cxn modelId="{FCC1E106-49FA-41E6-91C1-CEFA490C34FF}" type="presParOf" srcId="{08DE9CCD-56BF-46BE-B306-8B2C17AE30E6}" destId="{B703754A-9A04-4951-8729-782CF68B205C}" srcOrd="12" destOrd="0" presId="urn:microsoft.com/office/officeart/2005/8/layout/vList2"/>
    <dgm:cxn modelId="{AE938834-9E7C-4B85-BD05-2871AC4D6DA2}" type="presParOf" srcId="{08DE9CCD-56BF-46BE-B306-8B2C17AE30E6}" destId="{4E8B1E91-696E-4643-9D30-EED8918D4210}" srcOrd="13" destOrd="0" presId="urn:microsoft.com/office/officeart/2005/8/layout/vList2"/>
    <dgm:cxn modelId="{C3B58D46-DE31-497D-AEE6-42CEB7E1E93E}" type="presParOf" srcId="{08DE9CCD-56BF-46BE-B306-8B2C17AE30E6}" destId="{A4BE3665-6541-4182-9EF4-EAC9AE31D7D0}" srcOrd="14" destOrd="0" presId="urn:microsoft.com/office/officeart/2005/8/layout/vList2"/>
    <dgm:cxn modelId="{27E0A94D-8605-45DE-99FF-B413FEBC2F1B}" type="presParOf" srcId="{08DE9CCD-56BF-46BE-B306-8B2C17AE30E6}" destId="{4E7008E8-1051-4EE3-9EDF-65EB118B6E02}" srcOrd="15" destOrd="0" presId="urn:microsoft.com/office/officeart/2005/8/layout/vList2"/>
    <dgm:cxn modelId="{2D1BA5EA-330D-4A2F-8658-F0A5279736F2}" type="presParOf" srcId="{08DE9CCD-56BF-46BE-B306-8B2C17AE30E6}" destId="{5DA30AB1-9F6B-45BA-8258-C16FD161ED35}" srcOrd="16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49316B-AA64-4A01-ACD3-BB7C8F0EC218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669A8F-CAA8-400B-9B55-4911605BFD71}">
      <dgm:prSet phldrT="[Text]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rtl="1"/>
          <a:r>
            <a:rPr lang="fa-IR" dirty="0">
              <a:solidFill>
                <a:srgbClr val="374183"/>
              </a:solidFill>
              <a:cs typeface="B Mitra" panose="00000400000000000000" pitchFamily="2" charset="-78"/>
            </a:rPr>
            <a:t>بازاریابی</a:t>
          </a:r>
          <a:endParaRPr lang="en-US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5FD7431D-4EEC-415E-9524-BD19278B65DF}" type="parTrans" cxnId="{86527035-2DB3-4D57-A9BF-CC642AFD7EAB}">
      <dgm:prSet/>
      <dgm:spPr/>
      <dgm:t>
        <a:bodyPr/>
        <a:lstStyle/>
        <a:p>
          <a:pPr rtl="1"/>
          <a:endParaRPr lang="en-US">
            <a:solidFill>
              <a:schemeClr val="accent1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F22526CE-A449-445F-925D-CA57D06ED21B}" type="sibTrans" cxnId="{86527035-2DB3-4D57-A9BF-CC642AFD7EAB}">
      <dgm:prSet/>
      <dgm:spPr/>
      <dgm:t>
        <a:bodyPr/>
        <a:lstStyle/>
        <a:p>
          <a:pPr rtl="1"/>
          <a:endParaRPr lang="en-US">
            <a:solidFill>
              <a:schemeClr val="accent1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BFFBCA05-4ED8-4B3D-8845-7CAF43146C0D}">
      <dgm:prSet custT="1"/>
      <dgm:spPr>
        <a:solidFill>
          <a:srgbClr val="CE90A3"/>
        </a:solidFill>
      </dgm:spPr>
      <dgm:t>
        <a:bodyPr/>
        <a:lstStyle/>
        <a:p>
          <a:pPr rtl="1">
            <a:buSzPts val="1000"/>
            <a:buFont typeface="Symbol" panose="05050102010706020507" pitchFamily="18" charset="2"/>
            <a:buChar char=""/>
          </a:pPr>
          <a:r>
            <a:rPr lang="ar-SA" sz="2400" b="0" dirty="0">
              <a:solidFill>
                <a:srgbClr val="002060"/>
              </a:solidFill>
              <a:cs typeface="B Mitra" panose="00000400000000000000" pitchFamily="2" charset="-78"/>
            </a:rPr>
            <a:t>بازاریابی فرآیندی </a:t>
          </a:r>
          <a:r>
            <a:rPr lang="fa-IR" sz="2400" b="0" dirty="0">
              <a:solidFill>
                <a:srgbClr val="002060"/>
              </a:solidFill>
              <a:cs typeface="B Mitra" panose="00000400000000000000" pitchFamily="2" charset="-78"/>
            </a:rPr>
            <a:t>هست </a:t>
          </a:r>
          <a:r>
            <a:rPr lang="ar-SA" sz="2400" b="0" dirty="0">
              <a:solidFill>
                <a:srgbClr val="002060"/>
              </a:solidFill>
              <a:cs typeface="B Mitra" panose="00000400000000000000" pitchFamily="2" charset="-78"/>
            </a:rPr>
            <a:t>که در ازای کسب فایده از مشتری برای آنها فایده ایجاد کنیم و روابط با آنها را استحکام </a:t>
          </a:r>
          <a:r>
            <a:rPr lang="fa-IR" sz="2400" b="0" dirty="0">
              <a:solidFill>
                <a:srgbClr val="002060"/>
              </a:solidFill>
              <a:cs typeface="B Mitra" panose="00000400000000000000" pitchFamily="2" charset="-78"/>
            </a:rPr>
            <a:t>ب</a:t>
          </a:r>
          <a:r>
            <a:rPr lang="ar-SA" sz="2400" b="0" dirty="0">
              <a:solidFill>
                <a:srgbClr val="002060"/>
              </a:solidFill>
              <a:cs typeface="B Mitra" panose="00000400000000000000" pitchFamily="2" charset="-78"/>
            </a:rPr>
            <a:t>بخشیم.</a:t>
          </a:r>
          <a:endParaRPr lang="en-US" sz="2400" b="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E7055B09-4191-4ED2-A2C4-F7065FBB67BF}" type="parTrans" cxnId="{463A8E9E-44AF-4323-B158-9AE59FD6F125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1"/>
          <a:endParaRPr lang="en-US">
            <a:cs typeface="B Mitra" panose="00000400000000000000" pitchFamily="2" charset="-78"/>
          </a:endParaRPr>
        </a:p>
      </dgm:t>
    </dgm:pt>
    <dgm:pt modelId="{D827894B-BD1B-4415-BA63-17560AE93C59}" type="sibTrans" cxnId="{463A8E9E-44AF-4323-B158-9AE59FD6F125}">
      <dgm:prSet/>
      <dgm:spPr/>
      <dgm:t>
        <a:bodyPr/>
        <a:lstStyle/>
        <a:p>
          <a:pPr rtl="1"/>
          <a:endParaRPr lang="en-US">
            <a:cs typeface="B Mitra" panose="00000400000000000000" pitchFamily="2" charset="-78"/>
          </a:endParaRPr>
        </a:p>
      </dgm:t>
    </dgm:pt>
    <dgm:pt modelId="{64777C73-4A81-47BA-B6F9-955F8D632A7C}">
      <dgm:prSet custT="1"/>
      <dgm:spPr>
        <a:solidFill>
          <a:srgbClr val="CE90A3"/>
        </a:solidFill>
      </dgm:spPr>
      <dgm:t>
        <a:bodyPr/>
        <a:lstStyle/>
        <a:p>
          <a:pPr rtl="1">
            <a:buSzPts val="1000"/>
            <a:buFont typeface="Symbol" panose="05050102010706020507" pitchFamily="18" charset="2"/>
            <a:buChar char=""/>
          </a:pPr>
          <a:r>
            <a:rPr lang="ar-SA" sz="2400" b="0" dirty="0">
              <a:solidFill>
                <a:srgbClr val="002060"/>
              </a:solidFill>
              <a:cs typeface="B Mitra" panose="00000400000000000000" pitchFamily="2" charset="-78"/>
            </a:rPr>
            <a:t>اقداماتی که انجام میدهیم برای فروش در آینده</a:t>
          </a:r>
          <a:endParaRPr lang="fa-IR" sz="2400" b="0" dirty="0">
            <a:solidFill>
              <a:srgbClr val="002060"/>
            </a:solidFill>
            <a:cs typeface="B Mitra" panose="00000400000000000000" pitchFamily="2" charset="-78"/>
          </a:endParaRPr>
        </a:p>
        <a:p>
          <a:pPr rtl="1">
            <a:buSzPts val="1000"/>
            <a:buFont typeface="Symbol" panose="05050102010706020507" pitchFamily="18" charset="2"/>
            <a:buChar char=""/>
          </a:pPr>
          <a:r>
            <a:rPr lang="fa-IR" sz="2400" b="0" dirty="0">
              <a:solidFill>
                <a:srgbClr val="002060"/>
              </a:solidFill>
              <a:cs typeface="B Mitra" panose="00000400000000000000" pitchFamily="2" charset="-78"/>
            </a:rPr>
            <a:t>(</a:t>
          </a:r>
          <a:r>
            <a:rPr lang="ar-SA" sz="2400" b="0" dirty="0">
              <a:solidFill>
                <a:srgbClr val="002060"/>
              </a:solidFill>
              <a:cs typeface="B Mitra" panose="00000400000000000000" pitchFamily="2" charset="-78"/>
            </a:rPr>
            <a:t>فروش در زمان حال</a:t>
          </a:r>
          <a:r>
            <a:rPr lang="fa-IR" sz="2400" b="0" dirty="0">
              <a:solidFill>
                <a:srgbClr val="002060"/>
              </a:solidFill>
              <a:cs typeface="B Mitra" panose="00000400000000000000" pitchFamily="2" charset="-78"/>
            </a:rPr>
            <a:t>)</a:t>
          </a:r>
          <a:endParaRPr lang="en-US" sz="2400" b="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C6360273-A6DE-422F-9A95-9C4437707D53}" type="parTrans" cxnId="{6FE2096E-7879-4A62-8866-67E1F0A10295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1"/>
          <a:endParaRPr lang="en-US">
            <a:cs typeface="B Mitra" panose="00000400000000000000" pitchFamily="2" charset="-78"/>
          </a:endParaRPr>
        </a:p>
      </dgm:t>
    </dgm:pt>
    <dgm:pt modelId="{755B5F18-3FAC-4A8A-A202-605BEEF9176F}" type="sibTrans" cxnId="{6FE2096E-7879-4A62-8866-67E1F0A10295}">
      <dgm:prSet/>
      <dgm:spPr/>
      <dgm:t>
        <a:bodyPr/>
        <a:lstStyle/>
        <a:p>
          <a:pPr rtl="1"/>
          <a:endParaRPr lang="en-US">
            <a:cs typeface="B Mitra" panose="00000400000000000000" pitchFamily="2" charset="-78"/>
          </a:endParaRPr>
        </a:p>
      </dgm:t>
    </dgm:pt>
    <dgm:pt modelId="{47C88DD1-0295-4C09-B1F4-B31D1B44CF08}">
      <dgm:prSet custT="1"/>
      <dgm:spPr>
        <a:solidFill>
          <a:srgbClr val="CE90A3"/>
        </a:solidFill>
      </dgm:spPr>
      <dgm:t>
        <a:bodyPr/>
        <a:lstStyle/>
        <a:p>
          <a:pPr rtl="1"/>
          <a:r>
            <a:rPr lang="fa-IR" sz="2400" b="0" dirty="0">
              <a:solidFill>
                <a:srgbClr val="002060"/>
              </a:solidFill>
              <a:cs typeface="B Mitra" panose="00000400000000000000" pitchFamily="2" charset="-78"/>
            </a:rPr>
            <a:t>در </a:t>
          </a:r>
          <a:r>
            <a:rPr lang="ar-SA" sz="2400" b="0" dirty="0">
              <a:solidFill>
                <a:srgbClr val="002060"/>
              </a:solidFill>
              <a:cs typeface="B Mitra" panose="00000400000000000000" pitchFamily="2" charset="-78"/>
            </a:rPr>
            <a:t>بازاریابی به دنبال توجه هستیم. در عصر توجه به دنبال خلق توجه هستیم</a:t>
          </a:r>
          <a:endParaRPr lang="en-US" sz="2400" b="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8B0A9B57-0B93-445A-81EE-BFDF86B79511}" type="parTrans" cxnId="{FA392378-46C5-4EAE-868F-8ADC099E3A27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1"/>
          <a:endParaRPr lang="en-US">
            <a:cs typeface="B Mitra" panose="00000400000000000000" pitchFamily="2" charset="-78"/>
          </a:endParaRPr>
        </a:p>
      </dgm:t>
    </dgm:pt>
    <dgm:pt modelId="{98A5EFD1-C52C-4FE9-8E7A-7E86FF4014E2}" type="sibTrans" cxnId="{FA392378-46C5-4EAE-868F-8ADC099E3A27}">
      <dgm:prSet/>
      <dgm:spPr/>
      <dgm:t>
        <a:bodyPr/>
        <a:lstStyle/>
        <a:p>
          <a:pPr rtl="1"/>
          <a:endParaRPr lang="en-US">
            <a:cs typeface="B Mitra" panose="00000400000000000000" pitchFamily="2" charset="-78"/>
          </a:endParaRPr>
        </a:p>
      </dgm:t>
    </dgm:pt>
    <dgm:pt modelId="{9E1FC202-7FBA-43E8-9B21-017BF691FD6A}">
      <dgm:prSet custT="1"/>
      <dgm:spPr>
        <a:solidFill>
          <a:srgbClr val="CE90A3"/>
        </a:solidFill>
      </dgm:spPr>
      <dgm:t>
        <a:bodyPr/>
        <a:lstStyle/>
        <a:p>
          <a:pPr rtl="1"/>
          <a:r>
            <a:rPr lang="fa-IR" sz="2400" b="0" dirty="0">
              <a:solidFill>
                <a:srgbClr val="002060"/>
              </a:solidFill>
              <a:cs typeface="B Mitra" panose="00000400000000000000" pitchFamily="2" charset="-78"/>
            </a:rPr>
            <a:t>آشناسازی غریبه ها با مجموعه و خدمات</a:t>
          </a:r>
          <a:endParaRPr lang="en-US" sz="2400" b="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37C8573C-EE8E-4D54-A725-BC6BA6CA2BD1}" type="parTrans" cxnId="{A8850CB5-B830-4378-93D7-066D384EFE9B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pPr rtl="1"/>
          <a:endParaRPr lang="en-US">
            <a:cs typeface="B Mitra" panose="00000400000000000000" pitchFamily="2" charset="-78"/>
          </a:endParaRPr>
        </a:p>
      </dgm:t>
    </dgm:pt>
    <dgm:pt modelId="{ED90C829-B6BD-4385-BCA3-65E011FD7852}" type="sibTrans" cxnId="{A8850CB5-B830-4378-93D7-066D384EFE9B}">
      <dgm:prSet/>
      <dgm:spPr/>
      <dgm:t>
        <a:bodyPr/>
        <a:lstStyle/>
        <a:p>
          <a:pPr rtl="1"/>
          <a:endParaRPr lang="en-US">
            <a:cs typeface="B Mitra" panose="00000400000000000000" pitchFamily="2" charset="-78"/>
          </a:endParaRPr>
        </a:p>
      </dgm:t>
    </dgm:pt>
    <dgm:pt modelId="{6DD4F550-44EB-4BB5-AAFB-5C204EE5F9B2}" type="pres">
      <dgm:prSet presAssocID="{1949316B-AA64-4A01-ACD3-BB7C8F0EC218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66FF712-0A74-4BA2-868F-89C508652F9A}" type="pres">
      <dgm:prSet presAssocID="{CC669A8F-CAA8-400B-9B55-4911605BFD71}" presName="centerShape" presStyleLbl="node0" presStyleIdx="0" presStyleCnt="1"/>
      <dgm:spPr/>
    </dgm:pt>
    <dgm:pt modelId="{9525DAD6-E132-4ED0-935E-627FB4FB867D}" type="pres">
      <dgm:prSet presAssocID="{37C8573C-EE8E-4D54-A725-BC6BA6CA2BD1}" presName="parTrans" presStyleLbl="bgSibTrans2D1" presStyleIdx="0" presStyleCnt="4"/>
      <dgm:spPr/>
    </dgm:pt>
    <dgm:pt modelId="{885C0630-D482-40EA-AD46-24D2817937AE}" type="pres">
      <dgm:prSet presAssocID="{9E1FC202-7FBA-43E8-9B21-017BF691FD6A}" presName="node" presStyleLbl="node1" presStyleIdx="0" presStyleCnt="4">
        <dgm:presLayoutVars>
          <dgm:bulletEnabled val="1"/>
        </dgm:presLayoutVars>
      </dgm:prSet>
      <dgm:spPr/>
    </dgm:pt>
    <dgm:pt modelId="{AE258791-A018-4BF4-9FC1-2B63E92EE221}" type="pres">
      <dgm:prSet presAssocID="{8B0A9B57-0B93-445A-81EE-BFDF86B79511}" presName="parTrans" presStyleLbl="bgSibTrans2D1" presStyleIdx="1" presStyleCnt="4"/>
      <dgm:spPr/>
    </dgm:pt>
    <dgm:pt modelId="{094ED921-089C-44EC-9D45-F683381E8C92}" type="pres">
      <dgm:prSet presAssocID="{47C88DD1-0295-4C09-B1F4-B31D1B44CF08}" presName="node" presStyleLbl="node1" presStyleIdx="1" presStyleCnt="4">
        <dgm:presLayoutVars>
          <dgm:bulletEnabled val="1"/>
        </dgm:presLayoutVars>
      </dgm:prSet>
      <dgm:spPr/>
    </dgm:pt>
    <dgm:pt modelId="{5EF69954-73F8-4E6A-8AA4-2081B98A679B}" type="pres">
      <dgm:prSet presAssocID="{C6360273-A6DE-422F-9A95-9C4437707D53}" presName="parTrans" presStyleLbl="bgSibTrans2D1" presStyleIdx="2" presStyleCnt="4"/>
      <dgm:spPr/>
    </dgm:pt>
    <dgm:pt modelId="{CA2E396B-AF3A-4EDF-99C4-203FDC5E07B2}" type="pres">
      <dgm:prSet presAssocID="{64777C73-4A81-47BA-B6F9-955F8D632A7C}" presName="node" presStyleLbl="node1" presStyleIdx="2" presStyleCnt="4">
        <dgm:presLayoutVars>
          <dgm:bulletEnabled val="1"/>
        </dgm:presLayoutVars>
      </dgm:prSet>
      <dgm:spPr/>
    </dgm:pt>
    <dgm:pt modelId="{B56A34CB-A605-445E-ADCC-A0481AEDD5A2}" type="pres">
      <dgm:prSet presAssocID="{E7055B09-4191-4ED2-A2C4-F7065FBB67BF}" presName="parTrans" presStyleLbl="bgSibTrans2D1" presStyleIdx="3" presStyleCnt="4"/>
      <dgm:spPr/>
    </dgm:pt>
    <dgm:pt modelId="{0893CD96-5574-43DE-BE45-F935EDF8A12E}" type="pres">
      <dgm:prSet presAssocID="{BFFBCA05-4ED8-4B3D-8845-7CAF43146C0D}" presName="node" presStyleLbl="node1" presStyleIdx="3" presStyleCnt="4">
        <dgm:presLayoutVars>
          <dgm:bulletEnabled val="1"/>
        </dgm:presLayoutVars>
      </dgm:prSet>
      <dgm:spPr/>
    </dgm:pt>
  </dgm:ptLst>
  <dgm:cxnLst>
    <dgm:cxn modelId="{BE687419-80AB-496B-BD79-1ECECBBF460E}" type="presOf" srcId="{37C8573C-EE8E-4D54-A725-BC6BA6CA2BD1}" destId="{9525DAD6-E132-4ED0-935E-627FB4FB867D}" srcOrd="0" destOrd="0" presId="urn:microsoft.com/office/officeart/2005/8/layout/radial4"/>
    <dgm:cxn modelId="{86527035-2DB3-4D57-A9BF-CC642AFD7EAB}" srcId="{1949316B-AA64-4A01-ACD3-BB7C8F0EC218}" destId="{CC669A8F-CAA8-400B-9B55-4911605BFD71}" srcOrd="0" destOrd="0" parTransId="{5FD7431D-4EEC-415E-9524-BD19278B65DF}" sibTransId="{F22526CE-A449-445F-925D-CA57D06ED21B}"/>
    <dgm:cxn modelId="{6FE2096E-7879-4A62-8866-67E1F0A10295}" srcId="{CC669A8F-CAA8-400B-9B55-4911605BFD71}" destId="{64777C73-4A81-47BA-B6F9-955F8D632A7C}" srcOrd="2" destOrd="0" parTransId="{C6360273-A6DE-422F-9A95-9C4437707D53}" sibTransId="{755B5F18-3FAC-4A8A-A202-605BEEF9176F}"/>
    <dgm:cxn modelId="{49FB7572-73CD-411F-AC1B-2A7B08AB7169}" type="presOf" srcId="{47C88DD1-0295-4C09-B1F4-B31D1B44CF08}" destId="{094ED921-089C-44EC-9D45-F683381E8C92}" srcOrd="0" destOrd="0" presId="urn:microsoft.com/office/officeart/2005/8/layout/radial4"/>
    <dgm:cxn modelId="{FA392378-46C5-4EAE-868F-8ADC099E3A27}" srcId="{CC669A8F-CAA8-400B-9B55-4911605BFD71}" destId="{47C88DD1-0295-4C09-B1F4-B31D1B44CF08}" srcOrd="1" destOrd="0" parTransId="{8B0A9B57-0B93-445A-81EE-BFDF86B79511}" sibTransId="{98A5EFD1-C52C-4FE9-8E7A-7E86FF4014E2}"/>
    <dgm:cxn modelId="{310F798E-14EC-49B8-844D-C68EB490D4D7}" type="presOf" srcId="{1949316B-AA64-4A01-ACD3-BB7C8F0EC218}" destId="{6DD4F550-44EB-4BB5-AAFB-5C204EE5F9B2}" srcOrd="0" destOrd="0" presId="urn:microsoft.com/office/officeart/2005/8/layout/radial4"/>
    <dgm:cxn modelId="{463A8E9E-44AF-4323-B158-9AE59FD6F125}" srcId="{CC669A8F-CAA8-400B-9B55-4911605BFD71}" destId="{BFFBCA05-4ED8-4B3D-8845-7CAF43146C0D}" srcOrd="3" destOrd="0" parTransId="{E7055B09-4191-4ED2-A2C4-F7065FBB67BF}" sibTransId="{D827894B-BD1B-4415-BA63-17560AE93C59}"/>
    <dgm:cxn modelId="{BD4D25A2-F46A-4BB8-940D-44EB3048826D}" type="presOf" srcId="{C6360273-A6DE-422F-9A95-9C4437707D53}" destId="{5EF69954-73F8-4E6A-8AA4-2081B98A679B}" srcOrd="0" destOrd="0" presId="urn:microsoft.com/office/officeart/2005/8/layout/radial4"/>
    <dgm:cxn modelId="{6FA5A6A3-E65E-40BA-A65E-00AC1E0FD8F2}" type="presOf" srcId="{64777C73-4A81-47BA-B6F9-955F8D632A7C}" destId="{CA2E396B-AF3A-4EDF-99C4-203FDC5E07B2}" srcOrd="0" destOrd="0" presId="urn:microsoft.com/office/officeart/2005/8/layout/radial4"/>
    <dgm:cxn modelId="{3B8A87B1-0379-4FB9-9BDA-B4AD058A7B1B}" type="presOf" srcId="{BFFBCA05-4ED8-4B3D-8845-7CAF43146C0D}" destId="{0893CD96-5574-43DE-BE45-F935EDF8A12E}" srcOrd="0" destOrd="0" presId="urn:microsoft.com/office/officeart/2005/8/layout/radial4"/>
    <dgm:cxn modelId="{A8850CB5-B830-4378-93D7-066D384EFE9B}" srcId="{CC669A8F-CAA8-400B-9B55-4911605BFD71}" destId="{9E1FC202-7FBA-43E8-9B21-017BF691FD6A}" srcOrd="0" destOrd="0" parTransId="{37C8573C-EE8E-4D54-A725-BC6BA6CA2BD1}" sibTransId="{ED90C829-B6BD-4385-BCA3-65E011FD7852}"/>
    <dgm:cxn modelId="{E8131FC6-A6C8-44B0-99A6-252F6DF26C0F}" type="presOf" srcId="{CC669A8F-CAA8-400B-9B55-4911605BFD71}" destId="{C66FF712-0A74-4BA2-868F-89C508652F9A}" srcOrd="0" destOrd="0" presId="urn:microsoft.com/office/officeart/2005/8/layout/radial4"/>
    <dgm:cxn modelId="{6378CFC9-C4D5-49B3-BD9C-6E687C3BE52E}" type="presOf" srcId="{8B0A9B57-0B93-445A-81EE-BFDF86B79511}" destId="{AE258791-A018-4BF4-9FC1-2B63E92EE221}" srcOrd="0" destOrd="0" presId="urn:microsoft.com/office/officeart/2005/8/layout/radial4"/>
    <dgm:cxn modelId="{CED149D7-2DC4-48EC-8023-319F54BE1F92}" type="presOf" srcId="{9E1FC202-7FBA-43E8-9B21-017BF691FD6A}" destId="{885C0630-D482-40EA-AD46-24D2817937AE}" srcOrd="0" destOrd="0" presId="urn:microsoft.com/office/officeart/2005/8/layout/radial4"/>
    <dgm:cxn modelId="{7B6D0EEF-2AAF-4475-A4B3-74133C510C2F}" type="presOf" srcId="{E7055B09-4191-4ED2-A2C4-F7065FBB67BF}" destId="{B56A34CB-A605-445E-ADCC-A0481AEDD5A2}" srcOrd="0" destOrd="0" presId="urn:microsoft.com/office/officeart/2005/8/layout/radial4"/>
    <dgm:cxn modelId="{CA013D5B-B6B0-4F0E-B967-B728E513FDEC}" type="presParOf" srcId="{6DD4F550-44EB-4BB5-AAFB-5C204EE5F9B2}" destId="{C66FF712-0A74-4BA2-868F-89C508652F9A}" srcOrd="0" destOrd="0" presId="urn:microsoft.com/office/officeart/2005/8/layout/radial4"/>
    <dgm:cxn modelId="{4B0DC2AF-BBB4-4293-8972-E9C8B830DE94}" type="presParOf" srcId="{6DD4F550-44EB-4BB5-AAFB-5C204EE5F9B2}" destId="{9525DAD6-E132-4ED0-935E-627FB4FB867D}" srcOrd="1" destOrd="0" presId="urn:microsoft.com/office/officeart/2005/8/layout/radial4"/>
    <dgm:cxn modelId="{6B5F9A99-2A4C-45D9-BA92-029A329C6A81}" type="presParOf" srcId="{6DD4F550-44EB-4BB5-AAFB-5C204EE5F9B2}" destId="{885C0630-D482-40EA-AD46-24D2817937AE}" srcOrd="2" destOrd="0" presId="urn:microsoft.com/office/officeart/2005/8/layout/radial4"/>
    <dgm:cxn modelId="{C308EF19-1872-4CC4-845B-2BB1E5B55BBA}" type="presParOf" srcId="{6DD4F550-44EB-4BB5-AAFB-5C204EE5F9B2}" destId="{AE258791-A018-4BF4-9FC1-2B63E92EE221}" srcOrd="3" destOrd="0" presId="urn:microsoft.com/office/officeart/2005/8/layout/radial4"/>
    <dgm:cxn modelId="{BC2E4C7B-923D-4923-9433-AFED7D335732}" type="presParOf" srcId="{6DD4F550-44EB-4BB5-AAFB-5C204EE5F9B2}" destId="{094ED921-089C-44EC-9D45-F683381E8C92}" srcOrd="4" destOrd="0" presId="urn:microsoft.com/office/officeart/2005/8/layout/radial4"/>
    <dgm:cxn modelId="{5A71FE0B-E14A-40B5-9FAB-FF7C25E30760}" type="presParOf" srcId="{6DD4F550-44EB-4BB5-AAFB-5C204EE5F9B2}" destId="{5EF69954-73F8-4E6A-8AA4-2081B98A679B}" srcOrd="5" destOrd="0" presId="urn:microsoft.com/office/officeart/2005/8/layout/radial4"/>
    <dgm:cxn modelId="{F8A5E08C-ABEC-4A19-9348-142D57985AB0}" type="presParOf" srcId="{6DD4F550-44EB-4BB5-AAFB-5C204EE5F9B2}" destId="{CA2E396B-AF3A-4EDF-99C4-203FDC5E07B2}" srcOrd="6" destOrd="0" presId="urn:microsoft.com/office/officeart/2005/8/layout/radial4"/>
    <dgm:cxn modelId="{05FE35C2-2CDB-401C-A7F4-FE34CC695876}" type="presParOf" srcId="{6DD4F550-44EB-4BB5-AAFB-5C204EE5F9B2}" destId="{B56A34CB-A605-445E-ADCC-A0481AEDD5A2}" srcOrd="7" destOrd="0" presId="urn:microsoft.com/office/officeart/2005/8/layout/radial4"/>
    <dgm:cxn modelId="{645113FD-2736-45F7-B718-813FC2CFD858}" type="presParOf" srcId="{6DD4F550-44EB-4BB5-AAFB-5C204EE5F9B2}" destId="{0893CD96-5574-43DE-BE45-F935EDF8A12E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43AF02C-D903-44A3-8810-5A11E673A265}" type="doc">
      <dgm:prSet loTypeId="urn:microsoft.com/office/officeart/2005/8/layout/architecture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5B0CD6-8DF5-408E-A774-A875667E9292}">
      <dgm:prSet phldrT="[Text]" custT="1"/>
      <dgm:spPr>
        <a:solidFill>
          <a:srgbClr val="C3778F"/>
        </a:solidFill>
        <a:ln>
          <a:noFill/>
        </a:ln>
      </dgm:spPr>
      <dgm:t>
        <a:bodyPr/>
        <a:lstStyle/>
        <a:p>
          <a:pPr rtl="1"/>
          <a:r>
            <a:rPr lang="fa-IR" sz="3200" b="0" dirty="0">
              <a:solidFill>
                <a:srgbClr val="002060"/>
              </a:solidFill>
              <a:cs typeface="B Mitra" panose="00000400000000000000" pitchFamily="2" charset="-78"/>
            </a:rPr>
            <a:t>اعتقاد به اصل سخاوت،</a:t>
          </a:r>
          <a:r>
            <a:rPr lang="en-US" sz="3200" b="0" dirty="0">
              <a:solidFill>
                <a:srgbClr val="002060"/>
              </a:solidFill>
              <a:cs typeface="B Mitra" panose="00000400000000000000" pitchFamily="2" charset="-78"/>
            </a:rPr>
            <a:t>...</a:t>
          </a:r>
        </a:p>
      </dgm:t>
    </dgm:pt>
    <dgm:pt modelId="{7A0BD5F8-DFE5-42D4-BB6C-18879F705A5C}" type="parTrans" cxnId="{41B8C6F3-6D8F-4849-A44A-B7B231B430B0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C6BDC3E6-FEFF-463A-A88B-2047D5EF0FD1}" type="sibTrans" cxnId="{41B8C6F3-6D8F-4849-A44A-B7B231B430B0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BFE55133-8A44-49FB-BD77-42956588283D}">
      <dgm:prSet phldrT="[Text]" custT="1"/>
      <dgm:spPr>
        <a:solidFill>
          <a:srgbClr val="D49CAD"/>
        </a:solidFill>
        <a:ln>
          <a:noFill/>
        </a:ln>
      </dgm:spPr>
      <dgm:t>
        <a:bodyPr/>
        <a:lstStyle/>
        <a:p>
          <a:pPr rtl="1"/>
          <a:r>
            <a:rPr lang="ar-SA" sz="2000" b="0" dirty="0">
              <a:solidFill>
                <a:srgbClr val="002060"/>
              </a:solidFill>
              <a:cs typeface="B Mitra" panose="00000400000000000000" pitchFamily="2" charset="-78"/>
            </a:rPr>
            <a:t>یعنی 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شاید </a:t>
          </a:r>
          <a:r>
            <a:rPr lang="ar-SA" sz="2000" b="0" dirty="0">
              <a:solidFill>
                <a:srgbClr val="002060"/>
              </a:solidFill>
              <a:cs typeface="B Mitra" panose="00000400000000000000" pitchFamily="2" charset="-78"/>
            </a:rPr>
            <a:t>کسی هنوز ما رو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درست</a:t>
          </a:r>
          <a:r>
            <a:rPr lang="ar-SA" sz="2000" b="0" dirty="0">
              <a:solidFill>
                <a:srgbClr val="002060"/>
              </a:solidFill>
              <a:cs typeface="B Mitra" panose="00000400000000000000" pitchFamily="2" charset="-78"/>
            </a:rPr>
            <a:t> نمی‌شناسه،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 </a:t>
          </a:r>
          <a:br>
            <a:rPr lang="en-US" sz="2000" b="0" dirty="0">
              <a:solidFill>
                <a:srgbClr val="002060"/>
              </a:solidFill>
              <a:cs typeface="B Mitra" panose="00000400000000000000" pitchFamily="2" charset="-78"/>
            </a:rPr>
          </a:br>
          <a:r>
            <a:rPr lang="ar-SA" sz="2000" b="0" dirty="0">
              <a:solidFill>
                <a:srgbClr val="002060"/>
              </a:solidFill>
              <a:cs typeface="B Mitra" panose="00000400000000000000" pitchFamily="2" charset="-78"/>
            </a:rPr>
            <a:t>اما با 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ارتباط حرفه ای که باهاش برقرار میکنیم</a:t>
          </a:r>
          <a:br>
            <a:rPr lang="en-US" sz="2000" b="0" dirty="0">
              <a:solidFill>
                <a:srgbClr val="002060"/>
              </a:solidFill>
              <a:cs typeface="B Mitra" panose="00000400000000000000" pitchFamily="2" charset="-78"/>
            </a:rPr>
          </a:br>
          <a:r>
            <a:rPr lang="ar-SA" sz="2000" b="0" dirty="0">
              <a:solidFill>
                <a:srgbClr val="002060"/>
              </a:solidFill>
              <a:cs typeface="B Mitra" panose="00000400000000000000" pitchFamily="2" charset="-78"/>
            </a:rPr>
            <a:t>دلش بخواد قدم بذاره توی دنیای ما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 </a:t>
          </a:r>
        </a:p>
        <a:p>
          <a:pPr rtl="1"/>
          <a:r>
            <a:rPr lang="fa-IR" sz="1600" b="0" dirty="0">
              <a:solidFill>
                <a:srgbClr val="002060"/>
              </a:solidFill>
              <a:cs typeface="B Mitra" panose="00000400000000000000" pitchFamily="2" charset="-78"/>
            </a:rPr>
            <a:t>(شبکه سازی و قبیله سازی/برکت ارتباطات درست)</a:t>
          </a:r>
          <a:endParaRPr lang="en-US" sz="1600" b="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E2315300-C975-4E34-8579-F388F1FBC882}" type="parTrans" cxnId="{EA5EE9E4-6A9F-41C6-84AE-5A57BDC59CEB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EC9EF0B4-0F58-47C8-B94F-952FB436271E}" type="sibTrans" cxnId="{EA5EE9E4-6A9F-41C6-84AE-5A57BDC59CEB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6DD98D25-A750-42B6-9AC6-CE3408288FC2}">
      <dgm:prSet phldrT="[Text]" custT="1"/>
      <dgm:spPr>
        <a:solidFill>
          <a:srgbClr val="D49CAD"/>
        </a:solidFill>
        <a:ln>
          <a:noFill/>
        </a:ln>
      </dgm:spPr>
      <dgm:t>
        <a:bodyPr/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توجه</a:t>
          </a:r>
          <a:r>
            <a:rPr lang="ar-SA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 کردن به آدم‌ها نه فقط به‌عنوان «مشتری</a:t>
          </a:r>
          <a:r>
            <a:rPr lang="fa-IR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»</a:t>
          </a:r>
          <a:r>
            <a:rPr lang="ar-SA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،</a:t>
          </a:r>
          <a:br>
            <a:rPr lang="en-US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</a:br>
          <a:r>
            <a:rPr lang="ar-SA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بلکه به‌عنوان دوست، مهمان،</a:t>
          </a:r>
          <a:r>
            <a:rPr lang="fa-IR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کسی که دغدغه داره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(آدمها از آدمها خوششان میاد)</a:t>
          </a:r>
          <a:endParaRPr lang="en-US" sz="1600" b="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D5A0B643-C759-4127-8A17-6C94CF7C8F79}" type="parTrans" cxnId="{90B0507B-83D8-409C-97BC-14DFBC49E6BC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CCB8DA75-8F76-4DEE-9177-9233C00E2BCE}" type="sibTrans" cxnId="{90B0507B-83D8-409C-97BC-14DFBC49E6BC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E6A22084-984B-4841-9A56-227634F88719}">
      <dgm:prSet phldrT="[Text]" custT="1"/>
      <dgm:spPr>
        <a:solidFill>
          <a:srgbClr val="D49CAD"/>
        </a:solidFill>
        <a:ln>
          <a:noFill/>
        </a:ln>
      </dgm:spPr>
      <dgm:t>
        <a:bodyPr/>
        <a:lstStyle/>
        <a:p>
          <a:pPr rtl="1"/>
          <a:r>
            <a:rPr lang="ar-SA" sz="2000" b="0" dirty="0">
              <a:solidFill>
                <a:srgbClr val="002060"/>
              </a:solidFill>
              <a:cs typeface="B Mitra" panose="00000400000000000000" pitchFamily="2" charset="-78"/>
            </a:rPr>
            <a:t>بازاریابی یعنی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 دنبال برآورده کردن خواسته یا آرزوی</a:t>
          </a:r>
          <a:r>
            <a:rPr lang="ar-SA" sz="2000" b="0" dirty="0">
              <a:solidFill>
                <a:srgbClr val="002060"/>
              </a:solidFill>
              <a:cs typeface="B Mitra" panose="00000400000000000000" pitchFamily="2" charset="-78"/>
            </a:rPr>
            <a:t> 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آدمها باشیم، نیاز رو که همه برآورده میکنن. آدمها موقعی که تکراری باشیم ما رو رها میکنن</a:t>
          </a:r>
          <a:endParaRPr lang="en-US" sz="2000" b="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E7C04873-B0B7-47E3-BAB9-3CA50E8F6926}" type="parTrans" cxnId="{52967334-19BC-4B0D-AE6B-479B13333003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F96E7A39-3D3F-4098-9ACA-B2DEBE6D6EA3}" type="sibTrans" cxnId="{52967334-19BC-4B0D-AE6B-479B13333003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2BEBD073-DF8B-4D55-B1AC-3770CCA0BDCF}">
      <dgm:prSet phldrT="[Text]" custT="1"/>
      <dgm:spPr>
        <a:solidFill>
          <a:srgbClr val="D49CAD"/>
        </a:solidFill>
        <a:ln>
          <a:noFill/>
        </a:ln>
      </dgm:spPr>
      <dgm:t>
        <a:bodyPr/>
        <a:lstStyle/>
        <a:p>
          <a:pPr rtl="1"/>
          <a:r>
            <a:rPr lang="ar-SA" sz="2000" b="0" dirty="0">
              <a:solidFill>
                <a:srgbClr val="002060"/>
              </a:solidFill>
              <a:cs typeface="B Mitra" panose="00000400000000000000" pitchFamily="2" charset="-78"/>
            </a:rPr>
            <a:t>دعوت آدم‌ها به یک تجربه 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متفاوت </a:t>
          </a:r>
          <a:r>
            <a:rPr lang="ar-SA" sz="2000" b="0" dirty="0">
              <a:solidFill>
                <a:srgbClr val="002060"/>
              </a:solidFill>
              <a:cs typeface="B Mitra" panose="00000400000000000000" pitchFamily="2" charset="-78"/>
            </a:rPr>
            <a:t>با برند ما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 / شخصی سازی رابطه با مخاطب یا مشتری</a:t>
          </a:r>
        </a:p>
        <a:p>
          <a:pPr rtl="1"/>
          <a:r>
            <a:rPr lang="fa-IR" sz="1600" b="0" dirty="0">
              <a:solidFill>
                <a:srgbClr val="002060"/>
              </a:solidFill>
              <a:cs typeface="B Mitra" panose="00000400000000000000" pitchFamily="2" charset="-78"/>
            </a:rPr>
            <a:t>(بزرگترین رقیب ما تجربه به یادموندنی مشتری تو یه سالن دیگست)</a:t>
          </a:r>
          <a:endParaRPr lang="en-US" sz="1600" b="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44D6DFB3-5028-4FB7-AB76-9B3E43A7676D}" type="parTrans" cxnId="{CF6D7CE9-1F6C-4E11-99B1-4168AE81274A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4BF67136-8602-49B5-B441-17AFBC2320ED}" type="sibTrans" cxnId="{CF6D7CE9-1F6C-4E11-99B1-4168AE81274A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33BA69F4-C2CB-4DE5-AEB1-26B5352BDFF6}">
      <dgm:prSet phldrT="[Text]" custT="1"/>
      <dgm:spPr>
        <a:solidFill>
          <a:srgbClr val="D49CAD"/>
        </a:solidFill>
        <a:ln>
          <a:noFill/>
        </a:ln>
      </dgm:spPr>
      <dgm:t>
        <a:bodyPr/>
        <a:lstStyle/>
        <a:p>
          <a:pPr rtl="1"/>
          <a:r>
            <a:rPr lang="fa-IR" sz="2000" b="0" u="sng" dirty="0">
              <a:solidFill>
                <a:srgbClr val="002060"/>
              </a:solidFill>
              <a:cs typeface="B Mitra" panose="00000400000000000000" pitchFamily="2" charset="-78"/>
            </a:rPr>
            <a:t>ساختن مشتری به جای یافتن مشتری</a:t>
          </a:r>
          <a:r>
            <a:rPr lang="fa-IR" sz="2000" b="0" dirty="0">
              <a:solidFill>
                <a:srgbClr val="002060"/>
              </a:solidFill>
              <a:cs typeface="B Mitra" panose="00000400000000000000" pitchFamily="2" charset="-78"/>
            </a:rPr>
            <a:t>/ دادن جایگاه به مشتری / بزرگترین عدالت در تبعیض است</a:t>
          </a:r>
          <a:endParaRPr lang="en-US" sz="2000" b="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12D4203E-FC40-4DE9-AB8E-CC0DE771DA1D}" type="sibTrans" cxnId="{9A943212-9128-4EE0-A3AE-737AC3827333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38E580FA-563E-47BC-AFDD-E871FC734D88}" type="parTrans" cxnId="{9A943212-9128-4EE0-A3AE-737AC3827333}">
      <dgm:prSet/>
      <dgm:spPr/>
      <dgm:t>
        <a:bodyPr/>
        <a:lstStyle/>
        <a:p>
          <a:pPr rtl="1"/>
          <a:endParaRPr lang="en-US" sz="2000" b="0">
            <a:solidFill>
              <a:schemeClr val="accent4">
                <a:lumMod val="20000"/>
                <a:lumOff val="80000"/>
              </a:schemeClr>
            </a:solidFill>
            <a:cs typeface="B Mitra" panose="00000400000000000000" pitchFamily="2" charset="-78"/>
          </a:endParaRPr>
        </a:p>
      </dgm:t>
    </dgm:pt>
    <dgm:pt modelId="{679B28D8-2580-435D-8B2F-41C4C24574E7}" type="pres">
      <dgm:prSet presAssocID="{F43AF02C-D903-44A3-8810-5A11E673A26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D34A38-F27A-41E6-92AD-F3F121AEC2D0}" type="pres">
      <dgm:prSet presAssocID="{ED5B0CD6-8DF5-408E-A774-A875667E9292}" presName="vertOne" presStyleCnt="0"/>
      <dgm:spPr/>
    </dgm:pt>
    <dgm:pt modelId="{42D553D2-52E5-4C7A-A0E3-A7CE228E6EA5}" type="pres">
      <dgm:prSet presAssocID="{ED5B0CD6-8DF5-408E-A774-A875667E9292}" presName="txOne" presStyleLbl="node0" presStyleIdx="0" presStyleCnt="1">
        <dgm:presLayoutVars>
          <dgm:chPref val="3"/>
        </dgm:presLayoutVars>
      </dgm:prSet>
      <dgm:spPr/>
    </dgm:pt>
    <dgm:pt modelId="{D9CFA1BA-7B0E-4C71-AB17-3E5AF370674C}" type="pres">
      <dgm:prSet presAssocID="{ED5B0CD6-8DF5-408E-A774-A875667E9292}" presName="parTransOne" presStyleCnt="0"/>
      <dgm:spPr/>
    </dgm:pt>
    <dgm:pt modelId="{44902B6D-8923-4224-A4E7-1400089010FD}" type="pres">
      <dgm:prSet presAssocID="{ED5B0CD6-8DF5-408E-A774-A875667E9292}" presName="horzOne" presStyleCnt="0"/>
      <dgm:spPr/>
    </dgm:pt>
    <dgm:pt modelId="{3B0BD249-CBB6-499B-8488-891785EB4A00}" type="pres">
      <dgm:prSet presAssocID="{BFE55133-8A44-49FB-BD77-42956588283D}" presName="vertTwo" presStyleCnt="0"/>
      <dgm:spPr/>
    </dgm:pt>
    <dgm:pt modelId="{C025DB2B-6B9F-46B5-BFEC-13AA9B583C0C}" type="pres">
      <dgm:prSet presAssocID="{BFE55133-8A44-49FB-BD77-42956588283D}" presName="txTwo" presStyleLbl="node2" presStyleIdx="0" presStyleCnt="2">
        <dgm:presLayoutVars>
          <dgm:chPref val="3"/>
        </dgm:presLayoutVars>
      </dgm:prSet>
      <dgm:spPr/>
    </dgm:pt>
    <dgm:pt modelId="{A46DD140-B96A-4C1A-AF4C-8CD2F8EAFDD5}" type="pres">
      <dgm:prSet presAssocID="{BFE55133-8A44-49FB-BD77-42956588283D}" presName="parTransTwo" presStyleCnt="0"/>
      <dgm:spPr/>
    </dgm:pt>
    <dgm:pt modelId="{A6A053FB-7CD6-4C24-BF56-20C0DC4EC0C8}" type="pres">
      <dgm:prSet presAssocID="{BFE55133-8A44-49FB-BD77-42956588283D}" presName="horzTwo" presStyleCnt="0"/>
      <dgm:spPr/>
    </dgm:pt>
    <dgm:pt modelId="{F50DC887-F4BA-4633-9B80-52A2893BDD41}" type="pres">
      <dgm:prSet presAssocID="{6DD98D25-A750-42B6-9AC6-CE3408288FC2}" presName="vertThree" presStyleCnt="0"/>
      <dgm:spPr/>
    </dgm:pt>
    <dgm:pt modelId="{38038DB0-3CDF-4016-95B7-D1FFFF3072D8}" type="pres">
      <dgm:prSet presAssocID="{6DD98D25-A750-42B6-9AC6-CE3408288FC2}" presName="txThree" presStyleLbl="node3" presStyleIdx="0" presStyleCnt="3">
        <dgm:presLayoutVars>
          <dgm:chPref val="3"/>
        </dgm:presLayoutVars>
      </dgm:prSet>
      <dgm:spPr/>
    </dgm:pt>
    <dgm:pt modelId="{54DDDC15-7D73-4CE9-99A4-8B38AEB8AF5A}" type="pres">
      <dgm:prSet presAssocID="{6DD98D25-A750-42B6-9AC6-CE3408288FC2}" presName="horzThree" presStyleCnt="0"/>
      <dgm:spPr/>
    </dgm:pt>
    <dgm:pt modelId="{2999C8BE-E7D2-4950-B9FF-F4016C04C9B1}" type="pres">
      <dgm:prSet presAssocID="{CCB8DA75-8F76-4DEE-9177-9233C00E2BCE}" presName="sibSpaceThree" presStyleCnt="0"/>
      <dgm:spPr/>
    </dgm:pt>
    <dgm:pt modelId="{F0D8D6B5-05E1-4F0C-A6E6-33291AC3C079}" type="pres">
      <dgm:prSet presAssocID="{E6A22084-984B-4841-9A56-227634F88719}" presName="vertThree" presStyleCnt="0"/>
      <dgm:spPr/>
    </dgm:pt>
    <dgm:pt modelId="{3B33066E-6733-46A7-813B-6B462B7D9420}" type="pres">
      <dgm:prSet presAssocID="{E6A22084-984B-4841-9A56-227634F88719}" presName="txThree" presStyleLbl="node3" presStyleIdx="1" presStyleCnt="3">
        <dgm:presLayoutVars>
          <dgm:chPref val="3"/>
        </dgm:presLayoutVars>
      </dgm:prSet>
      <dgm:spPr/>
    </dgm:pt>
    <dgm:pt modelId="{2CDE251C-B29C-4B1A-AD2A-6757DD47939F}" type="pres">
      <dgm:prSet presAssocID="{E6A22084-984B-4841-9A56-227634F88719}" presName="horzThree" presStyleCnt="0"/>
      <dgm:spPr/>
    </dgm:pt>
    <dgm:pt modelId="{A7BDE0CF-C5F2-441C-8E90-0B85760CBB0C}" type="pres">
      <dgm:prSet presAssocID="{EC9EF0B4-0F58-47C8-B94F-952FB436271E}" presName="sibSpaceTwo" presStyleCnt="0"/>
      <dgm:spPr/>
    </dgm:pt>
    <dgm:pt modelId="{B00E1238-BD48-4BAC-B13C-09919ECF37E1}" type="pres">
      <dgm:prSet presAssocID="{33BA69F4-C2CB-4DE5-AEB1-26B5352BDFF6}" presName="vertTwo" presStyleCnt="0"/>
      <dgm:spPr/>
    </dgm:pt>
    <dgm:pt modelId="{7C9D7503-C29C-4411-8039-8E42A6E6646C}" type="pres">
      <dgm:prSet presAssocID="{33BA69F4-C2CB-4DE5-AEB1-26B5352BDFF6}" presName="txTwo" presStyleLbl="node2" presStyleIdx="1" presStyleCnt="2">
        <dgm:presLayoutVars>
          <dgm:chPref val="3"/>
        </dgm:presLayoutVars>
      </dgm:prSet>
      <dgm:spPr/>
    </dgm:pt>
    <dgm:pt modelId="{168704D1-D368-44D6-A27B-307120A69104}" type="pres">
      <dgm:prSet presAssocID="{33BA69F4-C2CB-4DE5-AEB1-26B5352BDFF6}" presName="parTransTwo" presStyleCnt="0"/>
      <dgm:spPr/>
    </dgm:pt>
    <dgm:pt modelId="{4EB2B3D2-53DE-4543-8D75-B94A1CD613D8}" type="pres">
      <dgm:prSet presAssocID="{33BA69F4-C2CB-4DE5-AEB1-26B5352BDFF6}" presName="horzTwo" presStyleCnt="0"/>
      <dgm:spPr/>
    </dgm:pt>
    <dgm:pt modelId="{725CD645-B288-4B09-8F95-88F02DFA797C}" type="pres">
      <dgm:prSet presAssocID="{2BEBD073-DF8B-4D55-B1AC-3770CCA0BDCF}" presName="vertThree" presStyleCnt="0"/>
      <dgm:spPr/>
    </dgm:pt>
    <dgm:pt modelId="{F4976558-6DAC-4680-987D-48126754D7F4}" type="pres">
      <dgm:prSet presAssocID="{2BEBD073-DF8B-4D55-B1AC-3770CCA0BDCF}" presName="txThree" presStyleLbl="node3" presStyleIdx="2" presStyleCnt="3">
        <dgm:presLayoutVars>
          <dgm:chPref val="3"/>
        </dgm:presLayoutVars>
      </dgm:prSet>
      <dgm:spPr/>
    </dgm:pt>
    <dgm:pt modelId="{BA2D1274-119A-43C1-B888-0C9D5FC50D72}" type="pres">
      <dgm:prSet presAssocID="{2BEBD073-DF8B-4D55-B1AC-3770CCA0BDCF}" presName="horzThree" presStyleCnt="0"/>
      <dgm:spPr/>
    </dgm:pt>
  </dgm:ptLst>
  <dgm:cxnLst>
    <dgm:cxn modelId="{7BC77E02-519F-4F7C-87A3-81CFE73657A7}" type="presOf" srcId="{ED5B0CD6-8DF5-408E-A774-A875667E9292}" destId="{42D553D2-52E5-4C7A-A0E3-A7CE228E6EA5}" srcOrd="0" destOrd="0" presId="urn:microsoft.com/office/officeart/2005/8/layout/architecture"/>
    <dgm:cxn modelId="{F2B02905-5215-4FC4-B63F-9188D4CA7B2C}" type="presOf" srcId="{2BEBD073-DF8B-4D55-B1AC-3770CCA0BDCF}" destId="{F4976558-6DAC-4680-987D-48126754D7F4}" srcOrd="0" destOrd="0" presId="urn:microsoft.com/office/officeart/2005/8/layout/architecture"/>
    <dgm:cxn modelId="{9A943212-9128-4EE0-A3AE-737AC3827333}" srcId="{ED5B0CD6-8DF5-408E-A774-A875667E9292}" destId="{33BA69F4-C2CB-4DE5-AEB1-26B5352BDFF6}" srcOrd="1" destOrd="0" parTransId="{38E580FA-563E-47BC-AFDD-E871FC734D88}" sibTransId="{12D4203E-FC40-4DE9-AB8E-CC0DE771DA1D}"/>
    <dgm:cxn modelId="{3B36CA29-78A1-4CF4-85FC-CAA96A23DE81}" type="presOf" srcId="{F43AF02C-D903-44A3-8810-5A11E673A265}" destId="{679B28D8-2580-435D-8B2F-41C4C24574E7}" srcOrd="0" destOrd="0" presId="urn:microsoft.com/office/officeart/2005/8/layout/architecture"/>
    <dgm:cxn modelId="{52967334-19BC-4B0D-AE6B-479B13333003}" srcId="{BFE55133-8A44-49FB-BD77-42956588283D}" destId="{E6A22084-984B-4841-9A56-227634F88719}" srcOrd="1" destOrd="0" parTransId="{E7C04873-B0B7-47E3-BAB9-3CA50E8F6926}" sibTransId="{F96E7A39-3D3F-4098-9ACA-B2DEBE6D6EA3}"/>
    <dgm:cxn modelId="{81E9F351-057E-4E0F-9EB1-363AA28A5B15}" type="presOf" srcId="{6DD98D25-A750-42B6-9AC6-CE3408288FC2}" destId="{38038DB0-3CDF-4016-95B7-D1FFFF3072D8}" srcOrd="0" destOrd="0" presId="urn:microsoft.com/office/officeart/2005/8/layout/architecture"/>
    <dgm:cxn modelId="{90B0507B-83D8-409C-97BC-14DFBC49E6BC}" srcId="{BFE55133-8A44-49FB-BD77-42956588283D}" destId="{6DD98D25-A750-42B6-9AC6-CE3408288FC2}" srcOrd="0" destOrd="0" parTransId="{D5A0B643-C759-4127-8A17-6C94CF7C8F79}" sibTransId="{CCB8DA75-8F76-4DEE-9177-9233C00E2BCE}"/>
    <dgm:cxn modelId="{B370C896-EE0A-46D5-B87E-362ECBC96E75}" type="presOf" srcId="{BFE55133-8A44-49FB-BD77-42956588283D}" destId="{C025DB2B-6B9F-46B5-BFEC-13AA9B583C0C}" srcOrd="0" destOrd="0" presId="urn:microsoft.com/office/officeart/2005/8/layout/architecture"/>
    <dgm:cxn modelId="{B29FAEC7-8A71-4F66-910E-3CA80F63A8B4}" type="presOf" srcId="{33BA69F4-C2CB-4DE5-AEB1-26B5352BDFF6}" destId="{7C9D7503-C29C-4411-8039-8E42A6E6646C}" srcOrd="0" destOrd="0" presId="urn:microsoft.com/office/officeart/2005/8/layout/architecture"/>
    <dgm:cxn modelId="{9CDF8FD8-832A-4086-B3B4-AD2ACCB12E59}" type="presOf" srcId="{E6A22084-984B-4841-9A56-227634F88719}" destId="{3B33066E-6733-46A7-813B-6B462B7D9420}" srcOrd="0" destOrd="0" presId="urn:microsoft.com/office/officeart/2005/8/layout/architecture"/>
    <dgm:cxn modelId="{EA5EE9E4-6A9F-41C6-84AE-5A57BDC59CEB}" srcId="{ED5B0CD6-8DF5-408E-A774-A875667E9292}" destId="{BFE55133-8A44-49FB-BD77-42956588283D}" srcOrd="0" destOrd="0" parTransId="{E2315300-C975-4E34-8579-F388F1FBC882}" sibTransId="{EC9EF0B4-0F58-47C8-B94F-952FB436271E}"/>
    <dgm:cxn modelId="{CF6D7CE9-1F6C-4E11-99B1-4168AE81274A}" srcId="{33BA69F4-C2CB-4DE5-AEB1-26B5352BDFF6}" destId="{2BEBD073-DF8B-4D55-B1AC-3770CCA0BDCF}" srcOrd="0" destOrd="0" parTransId="{44D6DFB3-5028-4FB7-AB76-9B3E43A7676D}" sibTransId="{4BF67136-8602-49B5-B441-17AFBC2320ED}"/>
    <dgm:cxn modelId="{41B8C6F3-6D8F-4849-A44A-B7B231B430B0}" srcId="{F43AF02C-D903-44A3-8810-5A11E673A265}" destId="{ED5B0CD6-8DF5-408E-A774-A875667E9292}" srcOrd="0" destOrd="0" parTransId="{7A0BD5F8-DFE5-42D4-BB6C-18879F705A5C}" sibTransId="{C6BDC3E6-FEFF-463A-A88B-2047D5EF0FD1}"/>
    <dgm:cxn modelId="{41958D11-5ED8-4300-8E75-029816BE686C}" type="presParOf" srcId="{679B28D8-2580-435D-8B2F-41C4C24574E7}" destId="{CDD34A38-F27A-41E6-92AD-F3F121AEC2D0}" srcOrd="0" destOrd="0" presId="urn:microsoft.com/office/officeart/2005/8/layout/architecture"/>
    <dgm:cxn modelId="{42B2BB43-42AD-42EB-8BC1-AEA5BD723EE0}" type="presParOf" srcId="{CDD34A38-F27A-41E6-92AD-F3F121AEC2D0}" destId="{42D553D2-52E5-4C7A-A0E3-A7CE228E6EA5}" srcOrd="0" destOrd="0" presId="urn:microsoft.com/office/officeart/2005/8/layout/architecture"/>
    <dgm:cxn modelId="{E52467C4-134A-4B4C-9D2F-D9A19AD306EB}" type="presParOf" srcId="{CDD34A38-F27A-41E6-92AD-F3F121AEC2D0}" destId="{D9CFA1BA-7B0E-4C71-AB17-3E5AF370674C}" srcOrd="1" destOrd="0" presId="urn:microsoft.com/office/officeart/2005/8/layout/architecture"/>
    <dgm:cxn modelId="{06091E9C-F734-469A-B51A-D33F7E48C23F}" type="presParOf" srcId="{CDD34A38-F27A-41E6-92AD-F3F121AEC2D0}" destId="{44902B6D-8923-4224-A4E7-1400089010FD}" srcOrd="2" destOrd="0" presId="urn:microsoft.com/office/officeart/2005/8/layout/architecture"/>
    <dgm:cxn modelId="{E70CE0DD-1507-4188-89B6-C7650DDC46AB}" type="presParOf" srcId="{44902B6D-8923-4224-A4E7-1400089010FD}" destId="{3B0BD249-CBB6-499B-8488-891785EB4A00}" srcOrd="0" destOrd="0" presId="urn:microsoft.com/office/officeart/2005/8/layout/architecture"/>
    <dgm:cxn modelId="{25986825-5DE5-44B1-8947-FF1BFC7A0576}" type="presParOf" srcId="{3B0BD249-CBB6-499B-8488-891785EB4A00}" destId="{C025DB2B-6B9F-46B5-BFEC-13AA9B583C0C}" srcOrd="0" destOrd="0" presId="urn:microsoft.com/office/officeart/2005/8/layout/architecture"/>
    <dgm:cxn modelId="{286740A3-4E04-497E-AB4D-06528837FF7C}" type="presParOf" srcId="{3B0BD249-CBB6-499B-8488-891785EB4A00}" destId="{A46DD140-B96A-4C1A-AF4C-8CD2F8EAFDD5}" srcOrd="1" destOrd="0" presId="urn:microsoft.com/office/officeart/2005/8/layout/architecture"/>
    <dgm:cxn modelId="{C20A24D9-5F2E-4920-AFA1-BF6231D18802}" type="presParOf" srcId="{3B0BD249-CBB6-499B-8488-891785EB4A00}" destId="{A6A053FB-7CD6-4C24-BF56-20C0DC4EC0C8}" srcOrd="2" destOrd="0" presId="urn:microsoft.com/office/officeart/2005/8/layout/architecture"/>
    <dgm:cxn modelId="{5A1292C1-CEA3-4A7C-8949-4F75C74BDCE9}" type="presParOf" srcId="{A6A053FB-7CD6-4C24-BF56-20C0DC4EC0C8}" destId="{F50DC887-F4BA-4633-9B80-52A2893BDD41}" srcOrd="0" destOrd="0" presId="urn:microsoft.com/office/officeart/2005/8/layout/architecture"/>
    <dgm:cxn modelId="{6ABA692C-261A-4F5D-9794-BB55C6064353}" type="presParOf" srcId="{F50DC887-F4BA-4633-9B80-52A2893BDD41}" destId="{38038DB0-3CDF-4016-95B7-D1FFFF3072D8}" srcOrd="0" destOrd="0" presId="urn:microsoft.com/office/officeart/2005/8/layout/architecture"/>
    <dgm:cxn modelId="{6935C697-DB91-47F8-96F6-479E7C0E33F3}" type="presParOf" srcId="{F50DC887-F4BA-4633-9B80-52A2893BDD41}" destId="{54DDDC15-7D73-4CE9-99A4-8B38AEB8AF5A}" srcOrd="1" destOrd="0" presId="urn:microsoft.com/office/officeart/2005/8/layout/architecture"/>
    <dgm:cxn modelId="{A21CCF27-7C96-432B-B63B-676AD001ACFC}" type="presParOf" srcId="{A6A053FB-7CD6-4C24-BF56-20C0DC4EC0C8}" destId="{2999C8BE-E7D2-4950-B9FF-F4016C04C9B1}" srcOrd="1" destOrd="0" presId="urn:microsoft.com/office/officeart/2005/8/layout/architecture"/>
    <dgm:cxn modelId="{70D24A87-E9B3-46DF-9A57-2B726F3111F5}" type="presParOf" srcId="{A6A053FB-7CD6-4C24-BF56-20C0DC4EC0C8}" destId="{F0D8D6B5-05E1-4F0C-A6E6-33291AC3C079}" srcOrd="2" destOrd="0" presId="urn:microsoft.com/office/officeart/2005/8/layout/architecture"/>
    <dgm:cxn modelId="{78DA9072-8789-46C3-807F-834CF39EAFEB}" type="presParOf" srcId="{F0D8D6B5-05E1-4F0C-A6E6-33291AC3C079}" destId="{3B33066E-6733-46A7-813B-6B462B7D9420}" srcOrd="0" destOrd="0" presId="urn:microsoft.com/office/officeart/2005/8/layout/architecture"/>
    <dgm:cxn modelId="{B6EBBF7C-56B7-4529-AC1D-CE85C4E20625}" type="presParOf" srcId="{F0D8D6B5-05E1-4F0C-A6E6-33291AC3C079}" destId="{2CDE251C-B29C-4B1A-AD2A-6757DD47939F}" srcOrd="1" destOrd="0" presId="urn:microsoft.com/office/officeart/2005/8/layout/architecture"/>
    <dgm:cxn modelId="{AB4AE703-FB4D-42FE-8AF1-69996DF45DE1}" type="presParOf" srcId="{44902B6D-8923-4224-A4E7-1400089010FD}" destId="{A7BDE0CF-C5F2-441C-8E90-0B85760CBB0C}" srcOrd="1" destOrd="0" presId="urn:microsoft.com/office/officeart/2005/8/layout/architecture"/>
    <dgm:cxn modelId="{06862AC7-A172-49C7-984A-227B2A53C431}" type="presParOf" srcId="{44902B6D-8923-4224-A4E7-1400089010FD}" destId="{B00E1238-BD48-4BAC-B13C-09919ECF37E1}" srcOrd="2" destOrd="0" presId="urn:microsoft.com/office/officeart/2005/8/layout/architecture"/>
    <dgm:cxn modelId="{B86A8D12-3F6B-45DF-81AA-A54D192A623E}" type="presParOf" srcId="{B00E1238-BD48-4BAC-B13C-09919ECF37E1}" destId="{7C9D7503-C29C-4411-8039-8E42A6E6646C}" srcOrd="0" destOrd="0" presId="urn:microsoft.com/office/officeart/2005/8/layout/architecture"/>
    <dgm:cxn modelId="{A950B905-40DD-4848-973B-393961DCFC73}" type="presParOf" srcId="{B00E1238-BD48-4BAC-B13C-09919ECF37E1}" destId="{168704D1-D368-44D6-A27B-307120A69104}" srcOrd="1" destOrd="0" presId="urn:microsoft.com/office/officeart/2005/8/layout/architecture"/>
    <dgm:cxn modelId="{E495C6C7-3352-4286-87E9-B6E32CE2C7DC}" type="presParOf" srcId="{B00E1238-BD48-4BAC-B13C-09919ECF37E1}" destId="{4EB2B3D2-53DE-4543-8D75-B94A1CD613D8}" srcOrd="2" destOrd="0" presId="urn:microsoft.com/office/officeart/2005/8/layout/architecture"/>
    <dgm:cxn modelId="{FA863FEF-1375-455E-8597-0A6341A2B6C7}" type="presParOf" srcId="{4EB2B3D2-53DE-4543-8D75-B94A1CD613D8}" destId="{725CD645-B288-4B09-8F95-88F02DFA797C}" srcOrd="0" destOrd="0" presId="urn:microsoft.com/office/officeart/2005/8/layout/architecture"/>
    <dgm:cxn modelId="{2DC19214-EA4F-4999-8B57-17E38A41167A}" type="presParOf" srcId="{725CD645-B288-4B09-8F95-88F02DFA797C}" destId="{F4976558-6DAC-4680-987D-48126754D7F4}" srcOrd="0" destOrd="0" presId="urn:microsoft.com/office/officeart/2005/8/layout/architecture"/>
    <dgm:cxn modelId="{182404C0-FDC6-4F5D-A5A4-9EF8AB6A231E}" type="presParOf" srcId="{725CD645-B288-4B09-8F95-88F02DFA797C}" destId="{BA2D1274-119A-43C1-B888-0C9D5FC50D72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019691-B006-4F2B-8143-D18EA3678E08}" type="doc">
      <dgm:prSet loTypeId="urn:microsoft.com/office/officeart/2009/3/layout/FramedTextPicture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42A7DE-2ABE-4630-885D-40B4DDF8BA02}">
      <dgm:prSet phldrT="[Text]" custT="1"/>
      <dgm:spPr/>
      <dgm:t>
        <a:bodyPr/>
        <a:lstStyle/>
        <a:p>
          <a:pPr rtl="1"/>
          <a:r>
            <a:rPr lang="en-US" sz="2800" b="1" dirty="0">
              <a:solidFill>
                <a:srgbClr val="5A2837"/>
              </a:solidFill>
              <a:cs typeface="B Mitra" panose="00000400000000000000" pitchFamily="2" charset="-78"/>
            </a:rPr>
            <a:t>“</a:t>
          </a:r>
          <a:r>
            <a:rPr lang="ar-SA" sz="2800" b="1" dirty="0">
              <a:solidFill>
                <a:srgbClr val="5A2837"/>
              </a:solidFill>
              <a:cs typeface="B Mitra" panose="00000400000000000000" pitchFamily="2" charset="-78"/>
            </a:rPr>
            <a:t>مردم محصول</a:t>
          </a:r>
          <a:r>
            <a:rPr lang="fa-IR" sz="2800" b="1" dirty="0">
              <a:solidFill>
                <a:srgbClr val="5A2837"/>
              </a:solidFill>
              <a:cs typeface="B Mitra" panose="00000400000000000000" pitchFamily="2" charset="-78"/>
            </a:rPr>
            <a:t> یا خدمات</a:t>
          </a:r>
          <a:r>
            <a:rPr lang="ar-SA" sz="2800" b="1" dirty="0">
              <a:solidFill>
                <a:srgbClr val="5A2837"/>
              </a:solidFill>
              <a:cs typeface="B Mitra" panose="00000400000000000000" pitchFamily="2" charset="-78"/>
            </a:rPr>
            <a:t> نمی‌خرن، احساسی رو می‌خرن که بعد از خرید دارن</a:t>
          </a:r>
          <a:r>
            <a:rPr lang="en-US" sz="2800" b="1" dirty="0">
              <a:solidFill>
                <a:srgbClr val="5A2837"/>
              </a:solidFill>
              <a:cs typeface="B Mitra" panose="00000400000000000000" pitchFamily="2" charset="-78"/>
            </a:rPr>
            <a:t>.”</a:t>
          </a:r>
          <a:endParaRPr lang="fa-IR" sz="2800" b="1" dirty="0">
            <a:solidFill>
              <a:srgbClr val="5A2837"/>
            </a:solidFill>
            <a:cs typeface="B Mitra" panose="00000400000000000000" pitchFamily="2" charset="-78"/>
          </a:endParaRPr>
        </a:p>
        <a:p>
          <a:pPr rtl="1"/>
          <a:br>
            <a:rPr lang="en-US" sz="2500" dirty="0">
              <a:solidFill>
                <a:srgbClr val="5A2837"/>
              </a:solidFill>
              <a:cs typeface="B Mitra" panose="00000400000000000000" pitchFamily="2" charset="-78"/>
            </a:rPr>
          </a:br>
          <a:r>
            <a:rPr lang="fa-IR" sz="2500" dirty="0">
              <a:solidFill>
                <a:srgbClr val="5A2837"/>
              </a:solidFill>
              <a:cs typeface="B Mitra" panose="00000400000000000000" pitchFamily="2" charset="-78"/>
            </a:rPr>
            <a:t>- </a:t>
          </a:r>
          <a:r>
            <a:rPr lang="ar-SA" sz="1600" b="1" i="1" dirty="0">
              <a:solidFill>
                <a:srgbClr val="5A2837"/>
              </a:solidFill>
              <a:cs typeface="B Mitra" panose="00000400000000000000" pitchFamily="2" charset="-78"/>
            </a:rPr>
            <a:t>ست گ</a:t>
          </a:r>
          <a:r>
            <a:rPr lang="fa-IR" sz="1600" b="1" i="1" dirty="0">
              <a:solidFill>
                <a:srgbClr val="5A2837"/>
              </a:solidFill>
              <a:cs typeface="B Mitra" panose="00000400000000000000" pitchFamily="2" charset="-78"/>
            </a:rPr>
            <a:t>ودین</a:t>
          </a:r>
          <a:r>
            <a:rPr lang="ar-SA" sz="1600" b="1" i="1" dirty="0">
              <a:solidFill>
                <a:srgbClr val="5A2837"/>
              </a:solidFill>
              <a:cs typeface="B Mitra" panose="00000400000000000000" pitchFamily="2" charset="-78"/>
            </a:rPr>
            <a:t>، نویسنده و استراتژیست بازاریابی احساسی، نویسنده‌ی کتاب پرفروش قبایل</a:t>
          </a:r>
          <a:r>
            <a:rPr lang="en-US" sz="1600" b="1" i="1" dirty="0">
              <a:solidFill>
                <a:srgbClr val="5A2837"/>
              </a:solidFill>
              <a:cs typeface="B Mitra" panose="00000400000000000000" pitchFamily="2" charset="-78"/>
            </a:rPr>
            <a:t> (Tribes).</a:t>
          </a:r>
          <a:endParaRPr lang="en-US" sz="1600" b="1" dirty="0">
            <a:solidFill>
              <a:srgbClr val="5A2837"/>
            </a:solidFill>
            <a:cs typeface="B Mitra" panose="00000400000000000000" pitchFamily="2" charset="-78"/>
          </a:endParaRPr>
        </a:p>
      </dgm:t>
    </dgm:pt>
    <dgm:pt modelId="{3214BB91-13A9-43D4-BB81-3A3F2DC86B9B}" type="parTrans" cxnId="{F20A4D64-8453-41BF-B1CA-C8CF347E3FAC}">
      <dgm:prSet/>
      <dgm:spPr/>
      <dgm:t>
        <a:bodyPr/>
        <a:lstStyle/>
        <a:p>
          <a:endParaRPr lang="en-US"/>
        </a:p>
      </dgm:t>
    </dgm:pt>
    <dgm:pt modelId="{F2CDC7D7-6AA9-487C-B7C6-9DB31D8ADD9F}" type="sibTrans" cxnId="{F20A4D64-8453-41BF-B1CA-C8CF347E3FAC}">
      <dgm:prSet/>
      <dgm:spPr/>
      <dgm:t>
        <a:bodyPr/>
        <a:lstStyle/>
        <a:p>
          <a:endParaRPr lang="en-US"/>
        </a:p>
      </dgm:t>
    </dgm:pt>
    <dgm:pt modelId="{A3117AD7-3F07-4F86-ABE1-CE0186C660FA}" type="pres">
      <dgm:prSet presAssocID="{05019691-B006-4F2B-8143-D18EA3678E08}" presName="Name0" presStyleCnt="0">
        <dgm:presLayoutVars>
          <dgm:chMax/>
          <dgm:chPref/>
          <dgm:dir/>
        </dgm:presLayoutVars>
      </dgm:prSet>
      <dgm:spPr/>
    </dgm:pt>
    <dgm:pt modelId="{8D9CB3EE-99D5-415D-826D-CD050F2916B8}" type="pres">
      <dgm:prSet presAssocID="{8542A7DE-2ABE-4630-885D-40B4DDF8BA02}" presName="composite" presStyleCnt="0">
        <dgm:presLayoutVars>
          <dgm:chMax/>
          <dgm:chPref/>
        </dgm:presLayoutVars>
      </dgm:prSet>
      <dgm:spPr/>
    </dgm:pt>
    <dgm:pt modelId="{C55234E0-EF8C-4E4D-96DD-7FF7BA3D21AC}" type="pres">
      <dgm:prSet presAssocID="{8542A7DE-2ABE-4630-885D-40B4DDF8BA02}" presName="Image" presStyleLbl="bgImgPlace1" presStyleIdx="0" presStyleCnt="1" custScaleX="97634" custScaleY="99932" custLinFactNeighborX="-591" custLinFactNeighborY="194"/>
      <dgm:spPr>
        <a:blipFill dpi="0" rotWithShape="1">
          <a:blip xmlns:r="http://schemas.openxmlformats.org/officeDocument/2006/relationships" r:embed="rId1"/>
          <a:srcRect/>
          <a:stretch>
            <a:fillRect l="15882" r="15882"/>
          </a:stretch>
        </a:blipFill>
      </dgm:spPr>
    </dgm:pt>
    <dgm:pt modelId="{CCF2021B-7703-494A-A006-C90554F9195B}" type="pres">
      <dgm:prSet presAssocID="{8542A7DE-2ABE-4630-885D-40B4DDF8BA02}" presName="Parent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86017D9-5C56-4133-8D89-5670CC19F0A7}" type="pres">
      <dgm:prSet presAssocID="{8542A7DE-2ABE-4630-885D-40B4DDF8BA02}" presName="tlFrame" presStyleLbl="node1" presStyleIdx="0" presStyleCnt="4"/>
      <dgm:spPr/>
    </dgm:pt>
    <dgm:pt modelId="{9039BA9F-65CE-4A91-9886-662A2BA53E47}" type="pres">
      <dgm:prSet presAssocID="{8542A7DE-2ABE-4630-885D-40B4DDF8BA02}" presName="trFrame" presStyleLbl="node1" presStyleIdx="1" presStyleCnt="4"/>
      <dgm:spPr/>
    </dgm:pt>
    <dgm:pt modelId="{7491CE31-F653-4A9E-970F-9CF66832A2C9}" type="pres">
      <dgm:prSet presAssocID="{8542A7DE-2ABE-4630-885D-40B4DDF8BA02}" presName="blFrame" presStyleLbl="node1" presStyleIdx="2" presStyleCnt="4"/>
      <dgm:spPr/>
    </dgm:pt>
    <dgm:pt modelId="{741ED2E7-D777-4FE7-AA5A-30E242E7B445}" type="pres">
      <dgm:prSet presAssocID="{8542A7DE-2ABE-4630-885D-40B4DDF8BA02}" presName="brFrame" presStyleLbl="node1" presStyleIdx="3" presStyleCnt="4"/>
      <dgm:spPr/>
    </dgm:pt>
  </dgm:ptLst>
  <dgm:cxnLst>
    <dgm:cxn modelId="{01F4E20E-ED7A-4716-9AF9-7B22FEAD3D7E}" type="presOf" srcId="{8542A7DE-2ABE-4630-885D-40B4DDF8BA02}" destId="{CCF2021B-7703-494A-A006-C90554F9195B}" srcOrd="0" destOrd="0" presId="urn:microsoft.com/office/officeart/2009/3/layout/FramedTextPicture"/>
    <dgm:cxn modelId="{F20A4D64-8453-41BF-B1CA-C8CF347E3FAC}" srcId="{05019691-B006-4F2B-8143-D18EA3678E08}" destId="{8542A7DE-2ABE-4630-885D-40B4DDF8BA02}" srcOrd="0" destOrd="0" parTransId="{3214BB91-13A9-43D4-BB81-3A3F2DC86B9B}" sibTransId="{F2CDC7D7-6AA9-487C-B7C6-9DB31D8ADD9F}"/>
    <dgm:cxn modelId="{55CAC57A-5B99-44E0-AC51-3BD9879D0507}" type="presOf" srcId="{05019691-B006-4F2B-8143-D18EA3678E08}" destId="{A3117AD7-3F07-4F86-ABE1-CE0186C660FA}" srcOrd="0" destOrd="0" presId="urn:microsoft.com/office/officeart/2009/3/layout/FramedTextPicture"/>
    <dgm:cxn modelId="{9564D703-635C-4B81-A43E-03B9ADECAA5C}" type="presParOf" srcId="{A3117AD7-3F07-4F86-ABE1-CE0186C660FA}" destId="{8D9CB3EE-99D5-415D-826D-CD050F2916B8}" srcOrd="0" destOrd="0" presId="urn:microsoft.com/office/officeart/2009/3/layout/FramedTextPicture"/>
    <dgm:cxn modelId="{F07B7A1C-0922-4DEE-BA83-B65D7BB9D47D}" type="presParOf" srcId="{8D9CB3EE-99D5-415D-826D-CD050F2916B8}" destId="{C55234E0-EF8C-4E4D-96DD-7FF7BA3D21AC}" srcOrd="0" destOrd="0" presId="urn:microsoft.com/office/officeart/2009/3/layout/FramedTextPicture"/>
    <dgm:cxn modelId="{D164480C-CC67-4120-9B03-239DD7FA786A}" type="presParOf" srcId="{8D9CB3EE-99D5-415D-826D-CD050F2916B8}" destId="{CCF2021B-7703-494A-A006-C90554F9195B}" srcOrd="1" destOrd="0" presId="urn:microsoft.com/office/officeart/2009/3/layout/FramedTextPicture"/>
    <dgm:cxn modelId="{3063C454-89D8-448E-B045-A67ADF2CC2AD}" type="presParOf" srcId="{8D9CB3EE-99D5-415D-826D-CD050F2916B8}" destId="{186017D9-5C56-4133-8D89-5670CC19F0A7}" srcOrd="2" destOrd="0" presId="urn:microsoft.com/office/officeart/2009/3/layout/FramedTextPicture"/>
    <dgm:cxn modelId="{E5164E53-8A64-41C1-9DCA-A345C22DBFD2}" type="presParOf" srcId="{8D9CB3EE-99D5-415D-826D-CD050F2916B8}" destId="{9039BA9F-65CE-4A91-9886-662A2BA53E47}" srcOrd="3" destOrd="0" presId="urn:microsoft.com/office/officeart/2009/3/layout/FramedTextPicture"/>
    <dgm:cxn modelId="{0E631710-0D85-4B55-B441-184932C5FD8A}" type="presParOf" srcId="{8D9CB3EE-99D5-415D-826D-CD050F2916B8}" destId="{7491CE31-F653-4A9E-970F-9CF66832A2C9}" srcOrd="4" destOrd="0" presId="urn:microsoft.com/office/officeart/2009/3/layout/FramedTextPicture"/>
    <dgm:cxn modelId="{96AE1B0C-B7D2-42BC-A3D2-2F0C38469F15}" type="presParOf" srcId="{8D9CB3EE-99D5-415D-826D-CD050F2916B8}" destId="{741ED2E7-D777-4FE7-AA5A-30E242E7B445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0422A3-35C7-4766-BE12-C41E7C673904}" type="doc">
      <dgm:prSet loTypeId="urn:microsoft.com/office/officeart/2005/8/layout/cycle5" loCatId="cycl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BD5580-5D2D-49E6-B097-3F45C2EB12FD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600" b="0">
              <a:solidFill>
                <a:srgbClr val="002060"/>
              </a:solidFill>
              <a:cs typeface="B Mitra" panose="00000400000000000000" pitchFamily="2" charset="-78"/>
            </a:rPr>
            <a:t>هر کار، یه روش داره</a:t>
          </a:r>
          <a:endParaRPr lang="en-US" sz="2600" b="0" dirty="0">
            <a:solidFill>
              <a:srgbClr val="002060"/>
            </a:solidFill>
          </a:endParaRPr>
        </a:p>
      </dgm:t>
    </dgm:pt>
    <dgm:pt modelId="{8345FF2D-6ED9-4D62-B027-73FE372248AD}" type="parTrans" cxnId="{00C0CD7E-D2A6-44BF-8C90-A5A561C341E2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049C3322-1825-44CD-8698-D18949730C79}" type="sibTrans" cxnId="{00C0CD7E-D2A6-44BF-8C90-A5A561C341E2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E617E114-4D9C-4DE2-99F5-C2F57ADEB3BB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600" b="0">
              <a:solidFill>
                <a:srgbClr val="002060"/>
              </a:solidFill>
              <a:cs typeface="B Mitra" panose="00000400000000000000" pitchFamily="2" charset="-78"/>
            </a:rPr>
            <a:t>هر روش، یه مسئول داره</a:t>
          </a:r>
          <a:endParaRPr lang="en-US" sz="2600" b="0" dirty="0">
            <a:solidFill>
              <a:srgbClr val="002060"/>
            </a:solidFill>
          </a:endParaRPr>
        </a:p>
      </dgm:t>
    </dgm:pt>
    <dgm:pt modelId="{0FC6FAA5-2FAA-4049-A7F7-C3F7C8048EB1}" type="parTrans" cxnId="{70D7256F-1CAB-4906-B995-2824B33550ED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B9742746-2C7C-4C3C-87CB-5533D56AA75C}" type="sibTrans" cxnId="{70D7256F-1CAB-4906-B995-2824B33550ED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FCAB8111-3062-49ED-BACA-7D7E5D77C7C8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600" b="0">
              <a:solidFill>
                <a:srgbClr val="002060"/>
              </a:solidFill>
              <a:cs typeface="B Mitra" panose="00000400000000000000" pitchFamily="2" charset="-78"/>
            </a:rPr>
            <a:t>هر روش و نتیجه، قابل اندازه‌گیریه</a:t>
          </a:r>
          <a:endParaRPr lang="en-US" sz="2600" b="0" dirty="0">
            <a:solidFill>
              <a:srgbClr val="002060"/>
            </a:solidFill>
          </a:endParaRPr>
        </a:p>
      </dgm:t>
    </dgm:pt>
    <dgm:pt modelId="{4C3179DD-181C-49D8-A97F-6A4F873DC340}" type="parTrans" cxnId="{39D008AC-DE31-41DC-A230-FDE568045CC7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D06DB38D-2BAC-44C5-B7C6-199C095ADE7E}" type="sibTrans" cxnId="{39D008AC-DE31-41DC-A230-FDE568045CC7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EFDF9863-62DB-4515-9CE8-B5E17BE2A690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600" b="0">
              <a:solidFill>
                <a:srgbClr val="002060"/>
              </a:solidFill>
              <a:cs typeface="B Mitra" panose="00000400000000000000" pitchFamily="2" charset="-78"/>
            </a:rPr>
            <a:t>هیچ نتیجه ای تصادفی نیست</a:t>
          </a:r>
          <a:endParaRPr lang="en-US" sz="2600" b="0" dirty="0">
            <a:solidFill>
              <a:srgbClr val="002060"/>
            </a:solidFill>
          </a:endParaRPr>
        </a:p>
      </dgm:t>
    </dgm:pt>
    <dgm:pt modelId="{6EFF9583-7136-4CF5-9276-4BE0CE3BC73A}" type="parTrans" cxnId="{931372B4-D3C8-40C7-B3F9-3D6D18E52CFC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9503778B-90BF-4B3B-AB74-04AE2BB46E02}" type="sibTrans" cxnId="{931372B4-D3C8-40C7-B3F9-3D6D18E52CFC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BBFE6F05-76BB-4B2C-A584-234699B9944D}">
      <dgm:prSet phldrT="[Text]" custT="1"/>
      <dgm:spPr>
        <a:solidFill>
          <a:srgbClr val="CE90A3"/>
        </a:solidFill>
      </dgm:spPr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روش ها منعطفه، با مقتضیات مجموعه به روز میشه</a:t>
          </a:r>
          <a:endParaRPr lang="en-US" sz="2600" b="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2CBFA6DB-813B-4C84-AF31-DAE767A317C8}" type="parTrans" cxnId="{F3E40715-0965-4DFB-9F3A-75726CD7225E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C105628C-20C6-4A23-93BA-049C748CD905}" type="sibTrans" cxnId="{F3E40715-0965-4DFB-9F3A-75726CD7225E}">
      <dgm:prSet/>
      <dgm:spPr/>
      <dgm:t>
        <a:bodyPr/>
        <a:lstStyle/>
        <a:p>
          <a:endParaRPr lang="en-US" sz="2400" b="0">
            <a:solidFill>
              <a:srgbClr val="002060"/>
            </a:solidFill>
          </a:endParaRPr>
        </a:p>
      </dgm:t>
    </dgm:pt>
    <dgm:pt modelId="{FC4CC534-6EA1-436D-BF79-42FBC04898BF}" type="pres">
      <dgm:prSet presAssocID="{640422A3-35C7-4766-BE12-C41E7C673904}" presName="cycle" presStyleCnt="0">
        <dgm:presLayoutVars>
          <dgm:dir/>
          <dgm:resizeHandles val="exact"/>
        </dgm:presLayoutVars>
      </dgm:prSet>
      <dgm:spPr/>
    </dgm:pt>
    <dgm:pt modelId="{56901CFC-C863-4080-9862-BF4A6CD28EE2}" type="pres">
      <dgm:prSet presAssocID="{91BD5580-5D2D-49E6-B097-3F45C2EB12FD}" presName="node" presStyleLbl="node1" presStyleIdx="0" presStyleCnt="5" custScaleX="116748" custScaleY="130575">
        <dgm:presLayoutVars>
          <dgm:bulletEnabled val="1"/>
        </dgm:presLayoutVars>
      </dgm:prSet>
      <dgm:spPr/>
    </dgm:pt>
    <dgm:pt modelId="{9DB453FE-B335-4ADE-A75E-5729CD3056D4}" type="pres">
      <dgm:prSet presAssocID="{91BD5580-5D2D-49E6-B097-3F45C2EB12FD}" presName="spNode" presStyleCnt="0"/>
      <dgm:spPr/>
    </dgm:pt>
    <dgm:pt modelId="{779BF88D-4900-4211-8ECE-116B617165BB}" type="pres">
      <dgm:prSet presAssocID="{049C3322-1825-44CD-8698-D18949730C79}" presName="sibTrans" presStyleLbl="sibTrans1D1" presStyleIdx="0" presStyleCnt="5"/>
      <dgm:spPr/>
    </dgm:pt>
    <dgm:pt modelId="{602A447C-D813-4B66-8430-6B98CA5B0A9A}" type="pres">
      <dgm:prSet presAssocID="{E617E114-4D9C-4DE2-99F5-C2F57ADEB3BB}" presName="node" presStyleLbl="node1" presStyleIdx="1" presStyleCnt="5" custScaleX="116748" custScaleY="130575">
        <dgm:presLayoutVars>
          <dgm:bulletEnabled val="1"/>
        </dgm:presLayoutVars>
      </dgm:prSet>
      <dgm:spPr/>
    </dgm:pt>
    <dgm:pt modelId="{D9CBE988-BAA3-423A-A05F-AB5EA972CA52}" type="pres">
      <dgm:prSet presAssocID="{E617E114-4D9C-4DE2-99F5-C2F57ADEB3BB}" presName="spNode" presStyleCnt="0"/>
      <dgm:spPr/>
    </dgm:pt>
    <dgm:pt modelId="{D968D2F6-3130-4AE6-82C9-21B8D2D02EC2}" type="pres">
      <dgm:prSet presAssocID="{B9742746-2C7C-4C3C-87CB-5533D56AA75C}" presName="sibTrans" presStyleLbl="sibTrans1D1" presStyleIdx="1" presStyleCnt="5"/>
      <dgm:spPr/>
    </dgm:pt>
    <dgm:pt modelId="{4EC0C864-6BE0-4B90-B6C1-AF85AF90A821}" type="pres">
      <dgm:prSet presAssocID="{FCAB8111-3062-49ED-BACA-7D7E5D77C7C8}" presName="node" presStyleLbl="node1" presStyleIdx="2" presStyleCnt="5" custScaleX="116748" custScaleY="130575">
        <dgm:presLayoutVars>
          <dgm:bulletEnabled val="1"/>
        </dgm:presLayoutVars>
      </dgm:prSet>
      <dgm:spPr/>
    </dgm:pt>
    <dgm:pt modelId="{1D7DCB17-2E05-4BAD-A7E1-FA4F087887C1}" type="pres">
      <dgm:prSet presAssocID="{FCAB8111-3062-49ED-BACA-7D7E5D77C7C8}" presName="spNode" presStyleCnt="0"/>
      <dgm:spPr/>
    </dgm:pt>
    <dgm:pt modelId="{3436231B-FAB6-44F8-A79F-EC984DC0E00B}" type="pres">
      <dgm:prSet presAssocID="{D06DB38D-2BAC-44C5-B7C6-199C095ADE7E}" presName="sibTrans" presStyleLbl="sibTrans1D1" presStyleIdx="2" presStyleCnt="5"/>
      <dgm:spPr/>
    </dgm:pt>
    <dgm:pt modelId="{C6494E8A-8F5F-47EB-B149-6D892389EBAF}" type="pres">
      <dgm:prSet presAssocID="{EFDF9863-62DB-4515-9CE8-B5E17BE2A690}" presName="node" presStyleLbl="node1" presStyleIdx="3" presStyleCnt="5" custScaleX="116748" custScaleY="130575">
        <dgm:presLayoutVars>
          <dgm:bulletEnabled val="1"/>
        </dgm:presLayoutVars>
      </dgm:prSet>
      <dgm:spPr/>
    </dgm:pt>
    <dgm:pt modelId="{E2314CE1-A0D5-4D3A-A66B-626E25418B7F}" type="pres">
      <dgm:prSet presAssocID="{EFDF9863-62DB-4515-9CE8-B5E17BE2A690}" presName="spNode" presStyleCnt="0"/>
      <dgm:spPr/>
    </dgm:pt>
    <dgm:pt modelId="{9DE7D7BA-AE60-4182-A52F-295C60F6DCBE}" type="pres">
      <dgm:prSet presAssocID="{9503778B-90BF-4B3B-AB74-04AE2BB46E02}" presName="sibTrans" presStyleLbl="sibTrans1D1" presStyleIdx="3" presStyleCnt="5"/>
      <dgm:spPr/>
    </dgm:pt>
    <dgm:pt modelId="{7FCD060F-2374-48EE-B9B3-B0EB53BF8D41}" type="pres">
      <dgm:prSet presAssocID="{BBFE6F05-76BB-4B2C-A584-234699B9944D}" presName="node" presStyleLbl="node1" presStyleIdx="4" presStyleCnt="5" custScaleX="116748" custScaleY="130575">
        <dgm:presLayoutVars>
          <dgm:bulletEnabled val="1"/>
        </dgm:presLayoutVars>
      </dgm:prSet>
      <dgm:spPr/>
    </dgm:pt>
    <dgm:pt modelId="{47855238-6522-4726-A3C1-B64DC2C85489}" type="pres">
      <dgm:prSet presAssocID="{BBFE6F05-76BB-4B2C-A584-234699B9944D}" presName="spNode" presStyleCnt="0"/>
      <dgm:spPr/>
    </dgm:pt>
    <dgm:pt modelId="{8FF476AD-52BE-407B-8E41-C696376B9165}" type="pres">
      <dgm:prSet presAssocID="{C105628C-20C6-4A23-93BA-049C748CD905}" presName="sibTrans" presStyleLbl="sibTrans1D1" presStyleIdx="4" presStyleCnt="5"/>
      <dgm:spPr/>
    </dgm:pt>
  </dgm:ptLst>
  <dgm:cxnLst>
    <dgm:cxn modelId="{F3E40715-0965-4DFB-9F3A-75726CD7225E}" srcId="{640422A3-35C7-4766-BE12-C41E7C673904}" destId="{BBFE6F05-76BB-4B2C-A584-234699B9944D}" srcOrd="4" destOrd="0" parTransId="{2CBFA6DB-813B-4C84-AF31-DAE767A317C8}" sibTransId="{C105628C-20C6-4A23-93BA-049C748CD905}"/>
    <dgm:cxn modelId="{042E0D1D-C2D2-4827-AFA1-67661510E055}" type="presOf" srcId="{049C3322-1825-44CD-8698-D18949730C79}" destId="{779BF88D-4900-4211-8ECE-116B617165BB}" srcOrd="0" destOrd="0" presId="urn:microsoft.com/office/officeart/2005/8/layout/cycle5"/>
    <dgm:cxn modelId="{6B1BE727-71EB-496D-BA5B-D6E78DC3753B}" type="presOf" srcId="{9503778B-90BF-4B3B-AB74-04AE2BB46E02}" destId="{9DE7D7BA-AE60-4182-A52F-295C60F6DCBE}" srcOrd="0" destOrd="0" presId="urn:microsoft.com/office/officeart/2005/8/layout/cycle5"/>
    <dgm:cxn modelId="{C08CBF2A-2035-4790-99E6-489ED44CC2CF}" type="presOf" srcId="{BBFE6F05-76BB-4B2C-A584-234699B9944D}" destId="{7FCD060F-2374-48EE-B9B3-B0EB53BF8D41}" srcOrd="0" destOrd="0" presId="urn:microsoft.com/office/officeart/2005/8/layout/cycle5"/>
    <dgm:cxn modelId="{DF61BC37-515C-47A0-92ED-42F90647CA22}" type="presOf" srcId="{C105628C-20C6-4A23-93BA-049C748CD905}" destId="{8FF476AD-52BE-407B-8E41-C696376B9165}" srcOrd="0" destOrd="0" presId="urn:microsoft.com/office/officeart/2005/8/layout/cycle5"/>
    <dgm:cxn modelId="{9534FD4A-C225-4661-AEB9-D3DABBBE2FF0}" type="presOf" srcId="{91BD5580-5D2D-49E6-B097-3F45C2EB12FD}" destId="{56901CFC-C863-4080-9862-BF4A6CD28EE2}" srcOrd="0" destOrd="0" presId="urn:microsoft.com/office/officeart/2005/8/layout/cycle5"/>
    <dgm:cxn modelId="{70D7256F-1CAB-4906-B995-2824B33550ED}" srcId="{640422A3-35C7-4766-BE12-C41E7C673904}" destId="{E617E114-4D9C-4DE2-99F5-C2F57ADEB3BB}" srcOrd="1" destOrd="0" parTransId="{0FC6FAA5-2FAA-4049-A7F7-C3F7C8048EB1}" sibTransId="{B9742746-2C7C-4C3C-87CB-5533D56AA75C}"/>
    <dgm:cxn modelId="{87564252-1D2E-4560-8004-4EF2C8BDE1AA}" type="presOf" srcId="{640422A3-35C7-4766-BE12-C41E7C673904}" destId="{FC4CC534-6EA1-436D-BF79-42FBC04898BF}" srcOrd="0" destOrd="0" presId="urn:microsoft.com/office/officeart/2005/8/layout/cycle5"/>
    <dgm:cxn modelId="{0B637F52-50E0-4601-AD90-578AA77B7F0E}" type="presOf" srcId="{D06DB38D-2BAC-44C5-B7C6-199C095ADE7E}" destId="{3436231B-FAB6-44F8-A79F-EC984DC0E00B}" srcOrd="0" destOrd="0" presId="urn:microsoft.com/office/officeart/2005/8/layout/cycle5"/>
    <dgm:cxn modelId="{93959C7C-CC97-4C75-BF8D-309C75B17E09}" type="presOf" srcId="{EFDF9863-62DB-4515-9CE8-B5E17BE2A690}" destId="{C6494E8A-8F5F-47EB-B149-6D892389EBAF}" srcOrd="0" destOrd="0" presId="urn:microsoft.com/office/officeart/2005/8/layout/cycle5"/>
    <dgm:cxn modelId="{00C0CD7E-D2A6-44BF-8C90-A5A561C341E2}" srcId="{640422A3-35C7-4766-BE12-C41E7C673904}" destId="{91BD5580-5D2D-49E6-B097-3F45C2EB12FD}" srcOrd="0" destOrd="0" parTransId="{8345FF2D-6ED9-4D62-B027-73FE372248AD}" sibTransId="{049C3322-1825-44CD-8698-D18949730C79}"/>
    <dgm:cxn modelId="{4341D281-ADCA-431C-849F-D8DB4B352F2E}" type="presOf" srcId="{B9742746-2C7C-4C3C-87CB-5533D56AA75C}" destId="{D968D2F6-3130-4AE6-82C9-21B8D2D02EC2}" srcOrd="0" destOrd="0" presId="urn:microsoft.com/office/officeart/2005/8/layout/cycle5"/>
    <dgm:cxn modelId="{D2A3778F-E660-460F-8E0C-46A92E733413}" type="presOf" srcId="{E617E114-4D9C-4DE2-99F5-C2F57ADEB3BB}" destId="{602A447C-D813-4B66-8430-6B98CA5B0A9A}" srcOrd="0" destOrd="0" presId="urn:microsoft.com/office/officeart/2005/8/layout/cycle5"/>
    <dgm:cxn modelId="{39D008AC-DE31-41DC-A230-FDE568045CC7}" srcId="{640422A3-35C7-4766-BE12-C41E7C673904}" destId="{FCAB8111-3062-49ED-BACA-7D7E5D77C7C8}" srcOrd="2" destOrd="0" parTransId="{4C3179DD-181C-49D8-A97F-6A4F873DC340}" sibTransId="{D06DB38D-2BAC-44C5-B7C6-199C095ADE7E}"/>
    <dgm:cxn modelId="{931372B4-D3C8-40C7-B3F9-3D6D18E52CFC}" srcId="{640422A3-35C7-4766-BE12-C41E7C673904}" destId="{EFDF9863-62DB-4515-9CE8-B5E17BE2A690}" srcOrd="3" destOrd="0" parTransId="{6EFF9583-7136-4CF5-9276-4BE0CE3BC73A}" sibTransId="{9503778B-90BF-4B3B-AB74-04AE2BB46E02}"/>
    <dgm:cxn modelId="{F437C9EC-E92A-42AE-AA41-3DF22820B169}" type="presOf" srcId="{FCAB8111-3062-49ED-BACA-7D7E5D77C7C8}" destId="{4EC0C864-6BE0-4B90-B6C1-AF85AF90A821}" srcOrd="0" destOrd="0" presId="urn:microsoft.com/office/officeart/2005/8/layout/cycle5"/>
    <dgm:cxn modelId="{5F0EF867-1AF0-4C35-AFDF-B032922802E6}" type="presParOf" srcId="{FC4CC534-6EA1-436D-BF79-42FBC04898BF}" destId="{56901CFC-C863-4080-9862-BF4A6CD28EE2}" srcOrd="0" destOrd="0" presId="urn:microsoft.com/office/officeart/2005/8/layout/cycle5"/>
    <dgm:cxn modelId="{1BCB282E-D01E-4E12-815C-1B5508AB8794}" type="presParOf" srcId="{FC4CC534-6EA1-436D-BF79-42FBC04898BF}" destId="{9DB453FE-B335-4ADE-A75E-5729CD3056D4}" srcOrd="1" destOrd="0" presId="urn:microsoft.com/office/officeart/2005/8/layout/cycle5"/>
    <dgm:cxn modelId="{CB8D1F96-DEE2-4C23-9110-F845A0EF7B28}" type="presParOf" srcId="{FC4CC534-6EA1-436D-BF79-42FBC04898BF}" destId="{779BF88D-4900-4211-8ECE-116B617165BB}" srcOrd="2" destOrd="0" presId="urn:microsoft.com/office/officeart/2005/8/layout/cycle5"/>
    <dgm:cxn modelId="{159EA725-A139-429F-917B-1BDEC8F3D60B}" type="presParOf" srcId="{FC4CC534-6EA1-436D-BF79-42FBC04898BF}" destId="{602A447C-D813-4B66-8430-6B98CA5B0A9A}" srcOrd="3" destOrd="0" presId="urn:microsoft.com/office/officeart/2005/8/layout/cycle5"/>
    <dgm:cxn modelId="{098BCA13-B75C-48D4-B577-A28C50603AF2}" type="presParOf" srcId="{FC4CC534-6EA1-436D-BF79-42FBC04898BF}" destId="{D9CBE988-BAA3-423A-A05F-AB5EA972CA52}" srcOrd="4" destOrd="0" presId="urn:microsoft.com/office/officeart/2005/8/layout/cycle5"/>
    <dgm:cxn modelId="{9D1471F4-CDE0-4C5F-ADCC-061C169FABF8}" type="presParOf" srcId="{FC4CC534-6EA1-436D-BF79-42FBC04898BF}" destId="{D968D2F6-3130-4AE6-82C9-21B8D2D02EC2}" srcOrd="5" destOrd="0" presId="urn:microsoft.com/office/officeart/2005/8/layout/cycle5"/>
    <dgm:cxn modelId="{D8CE6FD6-38DE-4D8E-BCBB-7AD9259AF2F1}" type="presParOf" srcId="{FC4CC534-6EA1-436D-BF79-42FBC04898BF}" destId="{4EC0C864-6BE0-4B90-B6C1-AF85AF90A821}" srcOrd="6" destOrd="0" presId="urn:microsoft.com/office/officeart/2005/8/layout/cycle5"/>
    <dgm:cxn modelId="{3BB16FEE-1F84-403C-9A3B-C57755C38642}" type="presParOf" srcId="{FC4CC534-6EA1-436D-BF79-42FBC04898BF}" destId="{1D7DCB17-2E05-4BAD-A7E1-FA4F087887C1}" srcOrd="7" destOrd="0" presId="urn:microsoft.com/office/officeart/2005/8/layout/cycle5"/>
    <dgm:cxn modelId="{D553EDB2-DA39-46CB-91E7-CBB6EEBEBC22}" type="presParOf" srcId="{FC4CC534-6EA1-436D-BF79-42FBC04898BF}" destId="{3436231B-FAB6-44F8-A79F-EC984DC0E00B}" srcOrd="8" destOrd="0" presId="urn:microsoft.com/office/officeart/2005/8/layout/cycle5"/>
    <dgm:cxn modelId="{623A181A-D584-4DC3-AA35-667F91466027}" type="presParOf" srcId="{FC4CC534-6EA1-436D-BF79-42FBC04898BF}" destId="{C6494E8A-8F5F-47EB-B149-6D892389EBAF}" srcOrd="9" destOrd="0" presId="urn:microsoft.com/office/officeart/2005/8/layout/cycle5"/>
    <dgm:cxn modelId="{835A6932-E8B6-405E-98B3-5396135BAE36}" type="presParOf" srcId="{FC4CC534-6EA1-436D-BF79-42FBC04898BF}" destId="{E2314CE1-A0D5-4D3A-A66B-626E25418B7F}" srcOrd="10" destOrd="0" presId="urn:microsoft.com/office/officeart/2005/8/layout/cycle5"/>
    <dgm:cxn modelId="{B6302967-D108-48EF-B7E4-FE4A98D7C888}" type="presParOf" srcId="{FC4CC534-6EA1-436D-BF79-42FBC04898BF}" destId="{9DE7D7BA-AE60-4182-A52F-295C60F6DCBE}" srcOrd="11" destOrd="0" presId="urn:microsoft.com/office/officeart/2005/8/layout/cycle5"/>
    <dgm:cxn modelId="{9826A359-DBF5-498C-826C-B955100FC80A}" type="presParOf" srcId="{FC4CC534-6EA1-436D-BF79-42FBC04898BF}" destId="{7FCD060F-2374-48EE-B9B3-B0EB53BF8D41}" srcOrd="12" destOrd="0" presId="urn:microsoft.com/office/officeart/2005/8/layout/cycle5"/>
    <dgm:cxn modelId="{16C3EC6E-8C2E-4E0E-8FB9-DF6B41BAFEE0}" type="presParOf" srcId="{FC4CC534-6EA1-436D-BF79-42FBC04898BF}" destId="{47855238-6522-4726-A3C1-B64DC2C85489}" srcOrd="13" destOrd="0" presId="urn:microsoft.com/office/officeart/2005/8/layout/cycle5"/>
    <dgm:cxn modelId="{89CA756C-32DD-4FF1-9D1C-D7C94B34DC08}" type="presParOf" srcId="{FC4CC534-6EA1-436D-BF79-42FBC04898BF}" destId="{8FF476AD-52BE-407B-8E41-C696376B9165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5C9CAB-A437-474A-9E6C-D7F1ABF23473}" type="doc">
      <dgm:prSet loTypeId="urn:microsoft.com/office/officeart/2005/8/layout/h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03B9ED-76D0-4AD2-8F8F-2D7E4949AF35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r" rtl="1"/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تصمیمات و اقدامات با سیستم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235A257-72D1-4AE7-B2E2-97EF3657BC1E}" type="parTrans" cxnId="{32E15074-AA1A-4CC8-A2B0-6F9B8891D966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10091846-C4F7-46F8-B2C6-E5112C99801A}" type="sibTrans" cxnId="{32E15074-AA1A-4CC8-A2B0-6F9B8891D966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3DF80DD3-B826-4EEE-8B75-020A4A196766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algn="r" rtl="1"/>
          <a:r>
            <a:rPr lang="fa-IR" sz="2400" dirty="0">
              <a:solidFill>
                <a:srgbClr val="000066"/>
              </a:solidFill>
              <a:cs typeface="B Mitra" panose="00000400000000000000" pitchFamily="2" charset="-78"/>
            </a:rPr>
            <a:t>بر اساس شناخت ظرفیت های مجموعه و بازار هدف</a:t>
          </a:r>
          <a:endParaRPr lang="en-US" sz="2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CF57C49-1364-492F-A294-3ED73506B46A}" type="parTrans" cxnId="{E58D9AEC-E603-431E-885A-C7093AAB811E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7B2E9C25-1CB9-4693-89F2-7279347DFF16}" type="sibTrans" cxnId="{E58D9AEC-E603-431E-885A-C7093AAB811E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9F6E2F3B-5AFE-4072-A5EC-03B57098F552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algn="r" rtl="1"/>
          <a:r>
            <a:rPr lang="fa-IR" sz="2400" dirty="0">
              <a:solidFill>
                <a:srgbClr val="000066"/>
              </a:solidFill>
              <a:cs typeface="B Mitra" panose="00000400000000000000" pitchFamily="2" charset="-78"/>
            </a:rPr>
            <a:t>بر اساس تجارب و فکر جمعی </a:t>
          </a:r>
          <a:endParaRPr lang="en-US" sz="2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22D0D75-3F57-4F79-8015-393F98EA07CF}" type="parTrans" cxnId="{2BA95368-A0C4-46CD-AB54-6D20E71A3D10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3FED6D16-5191-4207-B105-0BE5332BBCDD}" type="sibTrans" cxnId="{2BA95368-A0C4-46CD-AB54-6D20E71A3D10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8BD7B0F7-E2DA-41F6-BD71-85E6C155DC65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r" rtl="1"/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بدون سیستم در بهترین حالت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09D2400-6CAD-449B-86ED-994BB341D68D}" type="parTrans" cxnId="{FC31D7F3-EBA3-498B-899B-815D732D3E2F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1D15B5B8-26F5-4368-A8C1-76407A3AE2E7}" type="sibTrans" cxnId="{FC31D7F3-EBA3-498B-899B-815D732D3E2F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F988E98E-8B45-4DF7-A70D-B548233FD463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با حس و حال خوب 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AAFCC96A-9314-41E9-A537-373D482F6C3F}" type="parTrans" cxnId="{B4E36081-E28A-4397-9DE1-A9651AB1AFB0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44BCF5DE-B345-4C94-BCDE-D8A013A25AA3}" type="sibTrans" cxnId="{B4E36081-E28A-4397-9DE1-A9651AB1AFB0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589B1C9B-558F-486C-890A-E888AC920933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با دلسوزی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2525D83B-37DC-4ED6-9A70-7EC7C9F08CB5}" type="parTrans" cxnId="{9BBD1557-9304-4217-9E49-4FCD865B5CEC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758AA21C-B2F6-48DD-AA7E-C169D99443E4}" type="sibTrans" cxnId="{9BBD1557-9304-4217-9E49-4FCD865B5CEC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3084B2A7-D674-4CAF-9AE1-BF368B31BF59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ولی: </a:t>
          </a:r>
          <a:r>
            <a:rPr lang="fa-IR" sz="2400" u="sng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هر کس به روش و هدف خودش </a:t>
          </a: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(حتی اگه درست ولی میتونه در راستای منافع کل مجموعه نباشه)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3186CF7E-52CB-468E-B88C-DEFE08CA8DF0}" type="parTrans" cxnId="{8854723B-78AB-441B-A100-9FBFAD6A65BC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37CDFFA9-C743-4B67-B296-527DC08D9566}" type="sibTrans" cxnId="{8854723B-78AB-441B-A100-9FBFAD6A65BC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0DE92CBD-418A-426D-B65B-76B80BE1F632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algn="r" rtl="1"/>
          <a:r>
            <a:rPr lang="fa-IR" sz="2400" dirty="0">
              <a:solidFill>
                <a:srgbClr val="000066"/>
              </a:solidFill>
              <a:cs typeface="B Mitra" panose="00000400000000000000" pitchFamily="2" charset="-78"/>
            </a:rPr>
            <a:t>قابل اصلاح و بازبینی هست</a:t>
          </a:r>
          <a:endParaRPr lang="en-US" sz="2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649EDD4-70EC-4112-9443-01A2DC8B2FBC}" type="parTrans" cxnId="{ED49907B-C261-4151-BA57-535CCF4F1403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12B22D78-7851-4826-8BAF-F54EA88260FB}" type="sibTrans" cxnId="{ED49907B-C261-4151-BA57-535CCF4F1403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0BFFC90D-EAA6-4724-9248-00249C9D8137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algn="r" rtl="1"/>
          <a:r>
            <a:rPr lang="fa-IR" sz="2400" dirty="0">
              <a:solidFill>
                <a:srgbClr val="000066"/>
              </a:solidFill>
              <a:cs typeface="B Mitra" panose="00000400000000000000" pitchFamily="2" charset="-78"/>
            </a:rPr>
            <a:t>با یه ریتم برنامه ریزی شده</a:t>
          </a:r>
          <a:endParaRPr lang="en-US" sz="2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D083B7B6-4F89-4AAC-B4D4-2748D3839ED3}" type="parTrans" cxnId="{D69B1250-067F-4A79-80AA-95E677023F1C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90C604FD-DB34-4889-84D9-B67A89F95F35}" type="sibTrans" cxnId="{D69B1250-067F-4A79-80AA-95E677023F1C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18AA371C-A32E-4593-97EA-F993104C232F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algn="r" rtl="1"/>
          <a:r>
            <a:rPr lang="fa-IR" sz="2400" dirty="0">
              <a:solidFill>
                <a:srgbClr val="000066"/>
              </a:solidFill>
              <a:cs typeface="B Mitra" panose="00000400000000000000" pitchFamily="2" charset="-78"/>
            </a:rPr>
            <a:t>با یه هدف روشن قدم برمیداریم</a:t>
          </a:r>
          <a:endParaRPr lang="en-US" sz="2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9680801-223E-411C-A51E-2FE63DBCBDA1}" type="parTrans" cxnId="{CD2D3D06-87EF-417D-9339-C560DF73076A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F80FF2A8-54DE-404A-84A4-03332776A8A9}" type="sibTrans" cxnId="{CD2D3D06-87EF-417D-9339-C560DF73076A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B9B1C73D-E689-45DD-B6B3-CFF6B72B88C0}">
      <dgm:prSet phldrT="[Text]"/>
      <dgm:spPr>
        <a:solidFill>
          <a:srgbClr val="CE90A3">
            <a:alpha val="90000"/>
          </a:srgbClr>
        </a:solidFill>
      </dgm:spPr>
      <dgm:t>
        <a:bodyPr/>
        <a:lstStyle/>
        <a:p>
          <a:pPr algn="r" rtl="1"/>
          <a:endParaRPr lang="en-US" sz="29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DB8DAF3-404D-46A3-BB4F-6C2ADBB190F7}" type="parTrans" cxnId="{2F717F8F-049C-4515-95CA-F213F1FFD3F0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2665B0E0-0FAD-4B28-9888-8C959B21BF88}" type="sibTrans" cxnId="{2F717F8F-049C-4515-95CA-F213F1FFD3F0}">
      <dgm:prSet/>
      <dgm:spPr/>
      <dgm:t>
        <a:bodyPr/>
        <a:lstStyle/>
        <a:p>
          <a:pPr algn="r" rtl="1"/>
          <a:endParaRPr lang="en-US">
            <a:cs typeface="B Mitra" panose="00000400000000000000" pitchFamily="2" charset="-78"/>
          </a:endParaRPr>
        </a:p>
      </dgm:t>
    </dgm:pt>
    <dgm:pt modelId="{B14DD4F5-077F-4FE7-B0B9-291262A59722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با نیروی انسانی متخصص ولی ناآگاه از ظرفیت ها، برنامه ها، اهداف مجموعه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640E699E-BA3A-49E2-8E5E-C83A562E2CC6}" type="parTrans" cxnId="{7DBB1615-6688-4EB9-AD3F-33910E90A7E5}">
      <dgm:prSet/>
      <dgm:spPr/>
      <dgm:t>
        <a:bodyPr/>
        <a:lstStyle/>
        <a:p>
          <a:endParaRPr lang="en-US"/>
        </a:p>
      </dgm:t>
    </dgm:pt>
    <dgm:pt modelId="{CFBC95C4-8EF8-4D1F-A059-515EC9D20C47}" type="sibTrans" cxnId="{7DBB1615-6688-4EB9-AD3F-33910E90A7E5}">
      <dgm:prSet/>
      <dgm:spPr/>
      <dgm:t>
        <a:bodyPr/>
        <a:lstStyle/>
        <a:p>
          <a:endParaRPr lang="en-US"/>
        </a:p>
      </dgm:t>
    </dgm:pt>
    <dgm:pt modelId="{5502C7B1-44B6-447B-B0D8-C84DC93678B5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با سرمایه زیاد  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81AC53EB-820C-44F4-8EEA-425C3E56577A}" type="parTrans" cxnId="{3D64DD64-5BB5-4204-ABE8-335141342C04}">
      <dgm:prSet/>
      <dgm:spPr/>
      <dgm:t>
        <a:bodyPr/>
        <a:lstStyle/>
        <a:p>
          <a:endParaRPr lang="en-US"/>
        </a:p>
      </dgm:t>
    </dgm:pt>
    <dgm:pt modelId="{56D7A5F9-C791-4AC8-914A-C88652842808}" type="sibTrans" cxnId="{3D64DD64-5BB5-4204-ABE8-335141342C04}">
      <dgm:prSet/>
      <dgm:spPr/>
      <dgm:t>
        <a:bodyPr/>
        <a:lstStyle/>
        <a:p>
          <a:endParaRPr lang="en-US"/>
        </a:p>
      </dgm:t>
    </dgm:pt>
    <dgm:pt modelId="{9402E6AA-EB86-4304-B5A6-4F520512CBF0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algn="r" rtl="1"/>
          <a:r>
            <a:rPr lang="fa-IR" sz="2400" b="1" u="sng" dirty="0">
              <a:solidFill>
                <a:srgbClr val="000066"/>
              </a:solidFill>
              <a:cs typeface="B Mitra" panose="00000400000000000000" pitchFamily="2" charset="-78"/>
            </a:rPr>
            <a:t>هدف: ایجاد منافع مشترک </a:t>
          </a:r>
          <a:endParaRPr lang="en-US" sz="2400" b="1" u="sng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5137D14B-9391-4A7C-B28F-53CA61B09CEE}" type="parTrans" cxnId="{ED1B85AE-04DF-4DAA-B423-A91A8F4BA587}">
      <dgm:prSet/>
      <dgm:spPr/>
      <dgm:t>
        <a:bodyPr/>
        <a:lstStyle/>
        <a:p>
          <a:endParaRPr lang="en-US"/>
        </a:p>
      </dgm:t>
    </dgm:pt>
    <dgm:pt modelId="{40CC34E5-B35E-4B09-B65A-AE0B95BB4956}" type="sibTrans" cxnId="{ED1B85AE-04DF-4DAA-B423-A91A8F4BA587}">
      <dgm:prSet/>
      <dgm:spPr/>
      <dgm:t>
        <a:bodyPr/>
        <a:lstStyle/>
        <a:p>
          <a:endParaRPr lang="en-US"/>
        </a:p>
      </dgm:t>
    </dgm:pt>
    <dgm:pt modelId="{88B2064D-8E65-4DE0-99A8-B179FA186A21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قابل تحلیل و اندازه گیری نیست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94186E16-7AD2-464B-8901-39C309D11D5B}" type="parTrans" cxnId="{A6B78CE9-64BC-4AEF-90F8-591EB68B658E}">
      <dgm:prSet/>
      <dgm:spPr/>
      <dgm:t>
        <a:bodyPr/>
        <a:lstStyle/>
        <a:p>
          <a:endParaRPr lang="en-US"/>
        </a:p>
      </dgm:t>
    </dgm:pt>
    <dgm:pt modelId="{71788D1F-E0A3-4616-B5B1-807CC826F26B}" type="sibTrans" cxnId="{A6B78CE9-64BC-4AEF-90F8-591EB68B658E}">
      <dgm:prSet/>
      <dgm:spPr/>
      <dgm:t>
        <a:bodyPr/>
        <a:lstStyle/>
        <a:p>
          <a:endParaRPr lang="en-US"/>
        </a:p>
      </dgm:t>
    </dgm:pt>
    <dgm:pt modelId="{44FE2D11-E1D8-4499-B32F-75F95D6665FF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مثل قطاری با واگن های مختلف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1B34DE82-2A80-46C0-974A-96BDB6E59852}" type="parTrans" cxnId="{D0A9C3AE-18EC-4EDF-B671-016D406AD883}">
      <dgm:prSet/>
      <dgm:spPr/>
      <dgm:t>
        <a:bodyPr/>
        <a:lstStyle/>
        <a:p>
          <a:endParaRPr lang="en-US"/>
        </a:p>
      </dgm:t>
    </dgm:pt>
    <dgm:pt modelId="{29AD4DB4-C467-4F05-9D2F-EF87A30CEA56}" type="sibTrans" cxnId="{D0A9C3AE-18EC-4EDF-B671-016D406AD883}">
      <dgm:prSet/>
      <dgm:spPr/>
      <dgm:t>
        <a:bodyPr/>
        <a:lstStyle/>
        <a:p>
          <a:endParaRPr lang="en-US"/>
        </a:p>
      </dgm:t>
    </dgm:pt>
    <dgm:pt modelId="{FE4E4616-3E4A-4CBC-85E3-62BE0967A84C}">
      <dgm:prSet phldrT="[Text]" custT="1"/>
      <dgm:spPr>
        <a:solidFill>
          <a:srgbClr val="CE90A3">
            <a:alpha val="90000"/>
          </a:srgbClr>
        </a:solidFill>
      </dgm:spPr>
      <dgm:t>
        <a:bodyPr/>
        <a:lstStyle/>
        <a:p>
          <a:pPr algn="r" rtl="1"/>
          <a:r>
            <a:rPr lang="fa-IR" sz="2400" dirty="0">
              <a:solidFill>
                <a:srgbClr val="000066"/>
              </a:solidFill>
              <a:cs typeface="B Mitra" panose="00000400000000000000" pitchFamily="2" charset="-78"/>
            </a:rPr>
            <a:t>تفکر مدیریت تبدیل به روش های اجرایی ساده اما مشخص میشه</a:t>
          </a:r>
          <a:endParaRPr lang="en-US" sz="2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13EDCE9-8F77-4D2D-853E-08130BD5AF20}" type="parTrans" cxnId="{6FE4D08E-DEE7-45C5-8A7B-07C4C36BB127}">
      <dgm:prSet/>
      <dgm:spPr/>
      <dgm:t>
        <a:bodyPr/>
        <a:lstStyle/>
        <a:p>
          <a:endParaRPr lang="en-US"/>
        </a:p>
      </dgm:t>
    </dgm:pt>
    <dgm:pt modelId="{25DDC1C5-BA4E-4A53-81D7-42C77336D4D9}" type="sibTrans" cxnId="{6FE4D08E-DEE7-45C5-8A7B-07C4C36BB127}">
      <dgm:prSet/>
      <dgm:spPr/>
      <dgm:t>
        <a:bodyPr/>
        <a:lstStyle/>
        <a:p>
          <a:endParaRPr lang="en-US"/>
        </a:p>
      </dgm:t>
    </dgm:pt>
    <dgm:pt modelId="{0B151EFC-59C3-4007-8B12-A66F8E97661F}" type="pres">
      <dgm:prSet presAssocID="{9F5C9CAB-A437-474A-9E6C-D7F1ABF23473}" presName="Name0" presStyleCnt="0">
        <dgm:presLayoutVars>
          <dgm:dir/>
          <dgm:animLvl val="lvl"/>
          <dgm:resizeHandles val="exact"/>
        </dgm:presLayoutVars>
      </dgm:prSet>
      <dgm:spPr/>
    </dgm:pt>
    <dgm:pt modelId="{3B28F077-29A7-48EC-ABC8-CEC555875124}" type="pres">
      <dgm:prSet presAssocID="{A503B9ED-76D0-4AD2-8F8F-2D7E4949AF35}" presName="composite" presStyleCnt="0"/>
      <dgm:spPr/>
    </dgm:pt>
    <dgm:pt modelId="{6B918399-905A-4DD8-A12C-CA4CEFC4CB44}" type="pres">
      <dgm:prSet presAssocID="{A503B9ED-76D0-4AD2-8F8F-2D7E4949AF3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F18AB53C-9DC1-4D06-A881-99C779F86105}" type="pres">
      <dgm:prSet presAssocID="{A503B9ED-76D0-4AD2-8F8F-2D7E4949AF35}" presName="desTx" presStyleLbl="alignAccFollowNode1" presStyleIdx="0" presStyleCnt="2">
        <dgm:presLayoutVars>
          <dgm:bulletEnabled val="1"/>
        </dgm:presLayoutVars>
      </dgm:prSet>
      <dgm:spPr/>
    </dgm:pt>
    <dgm:pt modelId="{E4840AD5-3F38-4A1D-8407-0A970ED04534}" type="pres">
      <dgm:prSet presAssocID="{10091846-C4F7-46F8-B2C6-E5112C99801A}" presName="space" presStyleCnt="0"/>
      <dgm:spPr/>
    </dgm:pt>
    <dgm:pt modelId="{863F26E1-0A69-4BD8-BB67-2872AC455994}" type="pres">
      <dgm:prSet presAssocID="{8BD7B0F7-E2DA-41F6-BD71-85E6C155DC65}" presName="composite" presStyleCnt="0"/>
      <dgm:spPr/>
    </dgm:pt>
    <dgm:pt modelId="{8E28F5F6-F29C-44CF-ACF0-8F27014E25B1}" type="pres">
      <dgm:prSet presAssocID="{8BD7B0F7-E2DA-41F6-BD71-85E6C155DC6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4FDA0F39-DDEE-4E5D-821D-B5AE5C60B4AE}" type="pres">
      <dgm:prSet presAssocID="{8BD7B0F7-E2DA-41F6-BD71-85E6C155DC6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0B45C01-8CFE-400C-A795-94175F89E2A5}" type="presOf" srcId="{5502C7B1-44B6-447B-B0D8-C84DC93678B5}" destId="{4FDA0F39-DDEE-4E5D-821D-B5AE5C60B4AE}" srcOrd="0" destOrd="3" presId="urn:microsoft.com/office/officeart/2005/8/layout/hList1"/>
    <dgm:cxn modelId="{C00D5C02-E560-404F-B626-80633FBF0D6D}" type="presOf" srcId="{0DE92CBD-418A-426D-B65B-76B80BE1F632}" destId="{F18AB53C-9DC1-4D06-A881-99C779F86105}" srcOrd="0" destOrd="3" presId="urn:microsoft.com/office/officeart/2005/8/layout/hList1"/>
    <dgm:cxn modelId="{CD2D3D06-87EF-417D-9339-C560DF73076A}" srcId="{A503B9ED-76D0-4AD2-8F8F-2D7E4949AF35}" destId="{18AA371C-A32E-4593-97EA-F993104C232F}" srcOrd="5" destOrd="0" parTransId="{99680801-223E-411C-A51E-2FE63DBCBDA1}" sibTransId="{F80FF2A8-54DE-404A-84A4-03332776A8A9}"/>
    <dgm:cxn modelId="{47CCA508-8159-40F6-8B8E-91C492A28B69}" type="presOf" srcId="{9402E6AA-EB86-4304-B5A6-4F520512CBF0}" destId="{F18AB53C-9DC1-4D06-A881-99C779F86105}" srcOrd="0" destOrd="6" presId="urn:microsoft.com/office/officeart/2005/8/layout/hList1"/>
    <dgm:cxn modelId="{533DA30B-BA07-47ED-AE5C-051171598B62}" type="presOf" srcId="{44FE2D11-E1D8-4499-B32F-75F95D6665FF}" destId="{4FDA0F39-DDEE-4E5D-821D-B5AE5C60B4AE}" srcOrd="0" destOrd="6" presId="urn:microsoft.com/office/officeart/2005/8/layout/hList1"/>
    <dgm:cxn modelId="{7DBB1615-6688-4EB9-AD3F-33910E90A7E5}" srcId="{8BD7B0F7-E2DA-41F6-BD71-85E6C155DC65}" destId="{B14DD4F5-077F-4FE7-B0B9-291262A59722}" srcOrd="2" destOrd="0" parTransId="{640E699E-BA3A-49E2-8E5E-C83A562E2CC6}" sibTransId="{CFBC95C4-8EF8-4D1F-A059-515EC9D20C47}"/>
    <dgm:cxn modelId="{0DA1CF1C-ADE2-4C37-ACB5-523DEF16FAD5}" type="presOf" srcId="{A503B9ED-76D0-4AD2-8F8F-2D7E4949AF35}" destId="{6B918399-905A-4DD8-A12C-CA4CEFC4CB44}" srcOrd="0" destOrd="0" presId="urn:microsoft.com/office/officeart/2005/8/layout/hList1"/>
    <dgm:cxn modelId="{20AF5432-AF0C-4EE1-AE1D-04E946A223A3}" type="presOf" srcId="{3084B2A7-D674-4CAF-9AE1-BF368B31BF59}" destId="{4FDA0F39-DDEE-4E5D-821D-B5AE5C60B4AE}" srcOrd="0" destOrd="4" presId="urn:microsoft.com/office/officeart/2005/8/layout/hList1"/>
    <dgm:cxn modelId="{8854723B-78AB-441B-A100-9FBFAD6A65BC}" srcId="{8BD7B0F7-E2DA-41F6-BD71-85E6C155DC65}" destId="{3084B2A7-D674-4CAF-9AE1-BF368B31BF59}" srcOrd="4" destOrd="0" parTransId="{3186CF7E-52CB-468E-B88C-DEFE08CA8DF0}" sibTransId="{37CDFFA9-C743-4B67-B296-527DC08D9566}"/>
    <dgm:cxn modelId="{D01E885B-6002-4C18-B8A2-F7C23D63582A}" type="presOf" srcId="{9F5C9CAB-A437-474A-9E6C-D7F1ABF23473}" destId="{0B151EFC-59C3-4007-8B12-A66F8E97661F}" srcOrd="0" destOrd="0" presId="urn:microsoft.com/office/officeart/2005/8/layout/hList1"/>
    <dgm:cxn modelId="{C8991C5E-9822-456B-B863-2526725FEA24}" type="presOf" srcId="{18AA371C-A32E-4593-97EA-F993104C232F}" destId="{F18AB53C-9DC1-4D06-A881-99C779F86105}" srcOrd="0" destOrd="5" presId="urn:microsoft.com/office/officeart/2005/8/layout/hList1"/>
    <dgm:cxn modelId="{7EE54B5F-949A-42D3-8413-C4A73EC354DA}" type="presOf" srcId="{B14DD4F5-077F-4FE7-B0B9-291262A59722}" destId="{4FDA0F39-DDEE-4E5D-821D-B5AE5C60B4AE}" srcOrd="0" destOrd="2" presId="urn:microsoft.com/office/officeart/2005/8/layout/hList1"/>
    <dgm:cxn modelId="{53780360-E093-48CB-A036-A3EC009FA6ED}" type="presOf" srcId="{FE4E4616-3E4A-4CBC-85E3-62BE0967A84C}" destId="{F18AB53C-9DC1-4D06-A881-99C779F86105}" srcOrd="0" destOrd="1" presId="urn:microsoft.com/office/officeart/2005/8/layout/hList1"/>
    <dgm:cxn modelId="{3D64DD64-5BB5-4204-ABE8-335141342C04}" srcId="{8BD7B0F7-E2DA-41F6-BD71-85E6C155DC65}" destId="{5502C7B1-44B6-447B-B0D8-C84DC93678B5}" srcOrd="3" destOrd="0" parTransId="{81AC53EB-820C-44F4-8EEA-425C3E56577A}" sibTransId="{56D7A5F9-C791-4AC8-914A-C88652842808}"/>
    <dgm:cxn modelId="{2BA95368-A0C4-46CD-AB54-6D20E71A3D10}" srcId="{A503B9ED-76D0-4AD2-8F8F-2D7E4949AF35}" destId="{9F6E2F3B-5AFE-4072-A5EC-03B57098F552}" srcOrd="2" destOrd="0" parTransId="{822D0D75-3F57-4F79-8015-393F98EA07CF}" sibTransId="{3FED6D16-5191-4207-B105-0BE5332BBCDD}"/>
    <dgm:cxn modelId="{DB69D34D-302A-4034-8973-7D241D7AE3EE}" type="presOf" srcId="{3DF80DD3-B826-4EEE-8B75-020A4A196766}" destId="{F18AB53C-9DC1-4D06-A881-99C779F86105}" srcOrd="0" destOrd="0" presId="urn:microsoft.com/office/officeart/2005/8/layout/hList1"/>
    <dgm:cxn modelId="{D69B1250-067F-4A79-80AA-95E677023F1C}" srcId="{A503B9ED-76D0-4AD2-8F8F-2D7E4949AF35}" destId="{0BFFC90D-EAA6-4724-9248-00249C9D8137}" srcOrd="4" destOrd="0" parTransId="{D083B7B6-4F89-4AAC-B4D4-2748D3839ED3}" sibTransId="{90C604FD-DB34-4889-84D9-B67A89F95F35}"/>
    <dgm:cxn modelId="{32E15074-AA1A-4CC8-A2B0-6F9B8891D966}" srcId="{9F5C9CAB-A437-474A-9E6C-D7F1ABF23473}" destId="{A503B9ED-76D0-4AD2-8F8F-2D7E4949AF35}" srcOrd="0" destOrd="0" parTransId="{A235A257-72D1-4AE7-B2E2-97EF3657BC1E}" sibTransId="{10091846-C4F7-46F8-B2C6-E5112C99801A}"/>
    <dgm:cxn modelId="{9BBD1557-9304-4217-9E49-4FCD865B5CEC}" srcId="{8BD7B0F7-E2DA-41F6-BD71-85E6C155DC65}" destId="{589B1C9B-558F-486C-890A-E888AC920933}" srcOrd="1" destOrd="0" parTransId="{2525D83B-37DC-4ED6-9A70-7EC7C9F08CB5}" sibTransId="{758AA21C-B2F6-48DD-AA7E-C169D99443E4}"/>
    <dgm:cxn modelId="{ED49907B-C261-4151-BA57-535CCF4F1403}" srcId="{A503B9ED-76D0-4AD2-8F8F-2D7E4949AF35}" destId="{0DE92CBD-418A-426D-B65B-76B80BE1F632}" srcOrd="3" destOrd="0" parTransId="{3649EDD4-70EC-4112-9443-01A2DC8B2FBC}" sibTransId="{12B22D78-7851-4826-8BAF-F54EA88260FB}"/>
    <dgm:cxn modelId="{B4E36081-E28A-4397-9DE1-A9651AB1AFB0}" srcId="{8BD7B0F7-E2DA-41F6-BD71-85E6C155DC65}" destId="{F988E98E-8B45-4DF7-A70D-B548233FD463}" srcOrd="0" destOrd="0" parTransId="{AAFCC96A-9314-41E9-A537-373D482F6C3F}" sibTransId="{44BCF5DE-B345-4C94-BCDE-D8A013A25AA3}"/>
    <dgm:cxn modelId="{6174A588-7C67-4CA2-A52C-714931349AD6}" type="presOf" srcId="{0BFFC90D-EAA6-4724-9248-00249C9D8137}" destId="{F18AB53C-9DC1-4D06-A881-99C779F86105}" srcOrd="0" destOrd="4" presId="urn:microsoft.com/office/officeart/2005/8/layout/hList1"/>
    <dgm:cxn modelId="{6FE4D08E-DEE7-45C5-8A7B-07C4C36BB127}" srcId="{A503B9ED-76D0-4AD2-8F8F-2D7E4949AF35}" destId="{FE4E4616-3E4A-4CBC-85E3-62BE0967A84C}" srcOrd="1" destOrd="0" parTransId="{B13EDCE9-8F77-4D2D-853E-08130BD5AF20}" sibTransId="{25DDC1C5-BA4E-4A53-81D7-42C77336D4D9}"/>
    <dgm:cxn modelId="{2F717F8F-049C-4515-95CA-F213F1FFD3F0}" srcId="{A503B9ED-76D0-4AD2-8F8F-2D7E4949AF35}" destId="{B9B1C73D-E689-45DD-B6B3-CFF6B72B88C0}" srcOrd="7" destOrd="0" parTransId="{3DB8DAF3-404D-46A3-BB4F-6C2ADBB190F7}" sibTransId="{2665B0E0-0FAD-4B28-9888-8C959B21BF88}"/>
    <dgm:cxn modelId="{E3597AAD-D0C3-428E-B95E-80D4DF814C7F}" type="presOf" srcId="{9F6E2F3B-5AFE-4072-A5EC-03B57098F552}" destId="{F18AB53C-9DC1-4D06-A881-99C779F86105}" srcOrd="0" destOrd="2" presId="urn:microsoft.com/office/officeart/2005/8/layout/hList1"/>
    <dgm:cxn modelId="{ED1B85AE-04DF-4DAA-B423-A91A8F4BA587}" srcId="{A503B9ED-76D0-4AD2-8F8F-2D7E4949AF35}" destId="{9402E6AA-EB86-4304-B5A6-4F520512CBF0}" srcOrd="6" destOrd="0" parTransId="{5137D14B-9391-4A7C-B28F-53CA61B09CEE}" sibTransId="{40CC34E5-B35E-4B09-B65A-AE0B95BB4956}"/>
    <dgm:cxn modelId="{D0A9C3AE-18EC-4EDF-B671-016D406AD883}" srcId="{8BD7B0F7-E2DA-41F6-BD71-85E6C155DC65}" destId="{44FE2D11-E1D8-4499-B32F-75F95D6665FF}" srcOrd="6" destOrd="0" parTransId="{1B34DE82-2A80-46C0-974A-96BDB6E59852}" sibTransId="{29AD4DB4-C467-4F05-9D2F-EF87A30CEA56}"/>
    <dgm:cxn modelId="{C8BCE4D3-CFA5-4C1D-BECB-7C8470B9E616}" type="presOf" srcId="{88B2064D-8E65-4DE0-99A8-B179FA186A21}" destId="{4FDA0F39-DDEE-4E5D-821D-B5AE5C60B4AE}" srcOrd="0" destOrd="5" presId="urn:microsoft.com/office/officeart/2005/8/layout/hList1"/>
    <dgm:cxn modelId="{AD9264D5-2EB9-442A-87AF-3998B2C49617}" type="presOf" srcId="{589B1C9B-558F-486C-890A-E888AC920933}" destId="{4FDA0F39-DDEE-4E5D-821D-B5AE5C60B4AE}" srcOrd="0" destOrd="1" presId="urn:microsoft.com/office/officeart/2005/8/layout/hList1"/>
    <dgm:cxn modelId="{08CEA3DE-7CF9-4B32-BCC9-57326C391C14}" type="presOf" srcId="{B9B1C73D-E689-45DD-B6B3-CFF6B72B88C0}" destId="{F18AB53C-9DC1-4D06-A881-99C779F86105}" srcOrd="0" destOrd="7" presId="urn:microsoft.com/office/officeart/2005/8/layout/hList1"/>
    <dgm:cxn modelId="{217F9EDF-FE79-46D0-8C8C-C5D05809F652}" type="presOf" srcId="{F988E98E-8B45-4DF7-A70D-B548233FD463}" destId="{4FDA0F39-DDEE-4E5D-821D-B5AE5C60B4AE}" srcOrd="0" destOrd="0" presId="urn:microsoft.com/office/officeart/2005/8/layout/hList1"/>
    <dgm:cxn modelId="{A6B78CE9-64BC-4AEF-90F8-591EB68B658E}" srcId="{8BD7B0F7-E2DA-41F6-BD71-85E6C155DC65}" destId="{88B2064D-8E65-4DE0-99A8-B179FA186A21}" srcOrd="5" destOrd="0" parTransId="{94186E16-7AD2-464B-8901-39C309D11D5B}" sibTransId="{71788D1F-E0A3-4616-B5B1-807CC826F26B}"/>
    <dgm:cxn modelId="{E58D9AEC-E603-431E-885A-C7093AAB811E}" srcId="{A503B9ED-76D0-4AD2-8F8F-2D7E4949AF35}" destId="{3DF80DD3-B826-4EEE-8B75-020A4A196766}" srcOrd="0" destOrd="0" parTransId="{1CF57C49-1364-492F-A294-3ED73506B46A}" sibTransId="{7B2E9C25-1CB9-4693-89F2-7279347DFF16}"/>
    <dgm:cxn modelId="{FC31D7F3-EBA3-498B-899B-815D732D3E2F}" srcId="{9F5C9CAB-A437-474A-9E6C-D7F1ABF23473}" destId="{8BD7B0F7-E2DA-41F6-BD71-85E6C155DC65}" srcOrd="1" destOrd="0" parTransId="{F09D2400-6CAD-449B-86ED-994BB341D68D}" sibTransId="{1D15B5B8-26F5-4368-A8C1-76407A3AE2E7}"/>
    <dgm:cxn modelId="{13C48CFA-D4E2-4C2E-99CA-5D30B5AA8022}" type="presOf" srcId="{8BD7B0F7-E2DA-41F6-BD71-85E6C155DC65}" destId="{8E28F5F6-F29C-44CF-ACF0-8F27014E25B1}" srcOrd="0" destOrd="0" presId="urn:microsoft.com/office/officeart/2005/8/layout/hList1"/>
    <dgm:cxn modelId="{6FBD53F8-E86C-44BD-87C4-3BA03792958C}" type="presParOf" srcId="{0B151EFC-59C3-4007-8B12-A66F8E97661F}" destId="{3B28F077-29A7-48EC-ABC8-CEC555875124}" srcOrd="0" destOrd="0" presId="urn:microsoft.com/office/officeart/2005/8/layout/hList1"/>
    <dgm:cxn modelId="{1F7E80F0-8E70-4436-B4D5-52FB5C59CE76}" type="presParOf" srcId="{3B28F077-29A7-48EC-ABC8-CEC555875124}" destId="{6B918399-905A-4DD8-A12C-CA4CEFC4CB44}" srcOrd="0" destOrd="0" presId="urn:microsoft.com/office/officeart/2005/8/layout/hList1"/>
    <dgm:cxn modelId="{E4A56FB9-E89B-498B-A0AF-535EF478FD81}" type="presParOf" srcId="{3B28F077-29A7-48EC-ABC8-CEC555875124}" destId="{F18AB53C-9DC1-4D06-A881-99C779F86105}" srcOrd="1" destOrd="0" presId="urn:microsoft.com/office/officeart/2005/8/layout/hList1"/>
    <dgm:cxn modelId="{AD9EA586-1E30-402C-883E-E8D3CC90620E}" type="presParOf" srcId="{0B151EFC-59C3-4007-8B12-A66F8E97661F}" destId="{E4840AD5-3F38-4A1D-8407-0A970ED04534}" srcOrd="1" destOrd="0" presId="urn:microsoft.com/office/officeart/2005/8/layout/hList1"/>
    <dgm:cxn modelId="{3464378D-86EC-4CFC-9E4F-F4568BDF1A97}" type="presParOf" srcId="{0B151EFC-59C3-4007-8B12-A66F8E97661F}" destId="{863F26E1-0A69-4BD8-BB67-2872AC455994}" srcOrd="2" destOrd="0" presId="urn:microsoft.com/office/officeart/2005/8/layout/hList1"/>
    <dgm:cxn modelId="{D923D955-B7A0-4160-B23B-77116E701D2E}" type="presParOf" srcId="{863F26E1-0A69-4BD8-BB67-2872AC455994}" destId="{8E28F5F6-F29C-44CF-ACF0-8F27014E25B1}" srcOrd="0" destOrd="0" presId="urn:microsoft.com/office/officeart/2005/8/layout/hList1"/>
    <dgm:cxn modelId="{F0FD720C-D68B-41E1-8034-81F4BF66681C}" type="presParOf" srcId="{863F26E1-0A69-4BD8-BB67-2872AC455994}" destId="{4FDA0F39-DDEE-4E5D-821D-B5AE5C60B4A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C889C83-8E7F-423E-92E0-4BBBE7BCEFF8}" type="doc">
      <dgm:prSet loTypeId="urn:microsoft.com/office/officeart/2005/8/layout/radial2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F156CF-F370-4251-92E6-F4161C8CF4A3}">
      <dgm:prSet phldrT="[Text]" custT="1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fa-IR" sz="2800" b="0" dirty="0">
              <a:solidFill>
                <a:srgbClr val="000066"/>
              </a:solidFill>
              <a:cs typeface="B Mitra" panose="00000400000000000000" pitchFamily="2" charset="-78"/>
            </a:rPr>
            <a:t>جذب مشتریان جدید</a:t>
          </a:r>
          <a:endParaRPr lang="en-US" sz="28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5067F0F-AE43-4838-85DF-DB246E40B598}" type="parTrans" cxnId="{04038D10-FB4D-4F36-8F35-11A6ACED721F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A66B1434-F0B9-402A-805D-DE4EB91548A4}" type="sibTrans" cxnId="{04038D10-FB4D-4F36-8F35-11A6ACED721F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FA67C751-AD4C-4BCC-9481-A040AFE7B67C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از طریق شناخت و تامین </a:t>
          </a:r>
          <a:r>
            <a:rPr lang="fa-IR" sz="2400" u="sng" dirty="0">
              <a:solidFill>
                <a:srgbClr val="002060"/>
              </a:solidFill>
              <a:cs typeface="B Mitra" panose="00000400000000000000" pitchFamily="2" charset="-78"/>
            </a:rPr>
            <a:t>خواسته</a:t>
          </a:r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 (نه نیاز مشتریان)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836DBBFF-3C69-49A1-9595-6BA17E2525C0}" type="parTrans" cxnId="{018B4424-7CA9-4655-9975-DB5E144A1911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EB047B1D-530F-40C3-B7DA-1F3D55A7B1C0}" type="sibTrans" cxnId="{018B4424-7CA9-4655-9975-DB5E144A1911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25C6626C-FBC8-46AA-B7E3-8A626AF99C98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از طریق تامین رضایت مشتریان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E07FF879-23E3-44FE-8FA7-536847293897}" type="parTrans" cxnId="{E6890074-DD15-4711-99BD-2EC8A2A6BEE6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4D97792B-99A0-4F36-88CD-AB7038926C91}" type="sibTrans" cxnId="{E6890074-DD15-4711-99BD-2EC8A2A6BEE6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E54DF4DD-28AD-4DAF-86B6-2DA82530B85B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شخصی سازی و تنوع خدمات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4D97A4F0-7498-4F8B-90D3-E7FDDED56684}" type="parTrans" cxnId="{BA0A0A1B-5241-4B9E-A4A0-5BC31C20D1A2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01567F16-238E-4086-AE1D-1B65EC17FA8E}" type="sibTrans" cxnId="{BA0A0A1B-5241-4B9E-A4A0-5BC31C20D1A2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97359EB9-3F2B-4612-B8B2-B0935380F065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با وعده فایده بیشتر (ایجاد ارزش افزوده)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D97D1194-5AE0-432A-BEB7-32CCFAB6C9F7}" type="parTrans" cxnId="{D4857EA7-FA05-4585-B9BC-F394BFE9A770}">
      <dgm:prSet/>
      <dgm:spPr/>
      <dgm:t>
        <a:bodyPr/>
        <a:lstStyle/>
        <a:p>
          <a:endParaRPr lang="en-US"/>
        </a:p>
      </dgm:t>
    </dgm:pt>
    <dgm:pt modelId="{C58EEF4B-B22A-47C6-9E0D-C0FA91CAB9AF}" type="sibTrans" cxnId="{D4857EA7-FA05-4585-B9BC-F394BFE9A770}">
      <dgm:prSet/>
      <dgm:spPr/>
      <dgm:t>
        <a:bodyPr/>
        <a:lstStyle/>
        <a:p>
          <a:endParaRPr lang="en-US"/>
        </a:p>
      </dgm:t>
    </dgm:pt>
    <dgm:pt modelId="{AA831CFE-5700-4CB2-A4B2-89B3C2DEB5C3}">
      <dgm:prSet phldrT="[Text]" custT="1"/>
      <dgm:spPr>
        <a:solidFill>
          <a:schemeClr val="accent5">
            <a:lumMod val="60000"/>
            <a:lumOff val="40000"/>
          </a:schemeClr>
        </a:solidFill>
        <a:ln>
          <a:noFill/>
        </a:ln>
      </dgm:spPr>
      <dgm:t>
        <a:bodyPr/>
        <a:lstStyle/>
        <a:p>
          <a:r>
            <a:rPr lang="fa-IR" sz="2800" b="0" dirty="0">
              <a:solidFill>
                <a:srgbClr val="000066"/>
              </a:solidFill>
              <a:cs typeface="B Mitra" panose="00000400000000000000" pitchFamily="2" charset="-78"/>
            </a:rPr>
            <a:t>حفظ و افزایش فروش به مشتریان فعلی</a:t>
          </a:r>
          <a:endParaRPr lang="en-US" sz="28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6EED625-8887-4F4A-B057-CFAAE542262F}" type="sibTrans" cxnId="{F49D8650-154D-486C-BB5B-3227968A101D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0CB60337-F9EC-4BBF-8F97-AAA30B88AB29}" type="parTrans" cxnId="{F49D8650-154D-486C-BB5B-3227968A101D}">
      <dgm:prSet/>
      <dgm:spPr/>
      <dgm:t>
        <a:bodyPr/>
        <a:lstStyle/>
        <a:p>
          <a:endParaRPr lang="en-US">
            <a:cs typeface="B Mitra" panose="00000400000000000000" pitchFamily="2" charset="-78"/>
          </a:endParaRPr>
        </a:p>
      </dgm:t>
    </dgm:pt>
    <dgm:pt modelId="{B83FA688-8504-4451-8AA5-389A86781062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از طریق خلق تجربه ای جدید برای مشتریان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36FF62A5-DDD8-482F-891E-E5A99DA1E074}" type="parTrans" cxnId="{BA3451CC-88CE-4417-A720-EBA4D40444FA}">
      <dgm:prSet/>
      <dgm:spPr/>
      <dgm:t>
        <a:bodyPr/>
        <a:lstStyle/>
        <a:p>
          <a:endParaRPr lang="en-US"/>
        </a:p>
      </dgm:t>
    </dgm:pt>
    <dgm:pt modelId="{C98E9E9C-04EC-4083-983D-2F93656EFD32}" type="sibTrans" cxnId="{BA3451CC-88CE-4417-A720-EBA4D40444FA}">
      <dgm:prSet/>
      <dgm:spPr/>
      <dgm:t>
        <a:bodyPr/>
        <a:lstStyle/>
        <a:p>
          <a:endParaRPr lang="en-US"/>
        </a:p>
      </dgm:t>
    </dgm:pt>
    <dgm:pt modelId="{DF509769-8E2B-47F0-9A23-404DAADB189F}" type="pres">
      <dgm:prSet presAssocID="{EC889C83-8E7F-423E-92E0-4BBBE7BCEFF8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8D4C6EBC-F409-47E6-97D7-2556939730BE}" type="pres">
      <dgm:prSet presAssocID="{EC889C83-8E7F-423E-92E0-4BBBE7BCEFF8}" presName="cycle" presStyleCnt="0"/>
      <dgm:spPr/>
    </dgm:pt>
    <dgm:pt modelId="{C2E1EA2A-EE3E-404E-91B2-B7E5BC7FF57D}" type="pres">
      <dgm:prSet presAssocID="{EC889C83-8E7F-423E-92E0-4BBBE7BCEFF8}" presName="centerShape" presStyleCnt="0"/>
      <dgm:spPr/>
    </dgm:pt>
    <dgm:pt modelId="{3079349D-4864-461E-A730-EA00C7D7F356}" type="pres">
      <dgm:prSet presAssocID="{EC889C83-8E7F-423E-92E0-4BBBE7BCEFF8}" presName="connSite" presStyleLbl="node1" presStyleIdx="0" presStyleCnt="3"/>
      <dgm:spPr/>
    </dgm:pt>
    <dgm:pt modelId="{6545CE11-4269-484E-9FDD-8B549F960AB3}" type="pres">
      <dgm:prSet presAssocID="{EC889C83-8E7F-423E-92E0-4BBBE7BCEFF8}" presName="visible" presStyleLbl="node1" presStyleIdx="0" presStyleCnt="3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1B15BE79-6F68-4471-A9BF-D1DCAE7E0C91}" type="pres">
      <dgm:prSet presAssocID="{15067F0F-AE43-4838-85DF-DB246E40B598}" presName="Name25" presStyleLbl="parChTrans1D1" presStyleIdx="0" presStyleCnt="2"/>
      <dgm:spPr/>
    </dgm:pt>
    <dgm:pt modelId="{B75CEBC4-C80A-4E5D-A669-23D10ED580DC}" type="pres">
      <dgm:prSet presAssocID="{EDF156CF-F370-4251-92E6-F4161C8CF4A3}" presName="node" presStyleCnt="0"/>
      <dgm:spPr/>
    </dgm:pt>
    <dgm:pt modelId="{4199CA1A-F082-4C7D-8A94-4A31A0B4F4B6}" type="pres">
      <dgm:prSet presAssocID="{EDF156CF-F370-4251-92E6-F4161C8CF4A3}" presName="parentNode" presStyleLbl="node1" presStyleIdx="1" presStyleCnt="3">
        <dgm:presLayoutVars>
          <dgm:chMax val="1"/>
          <dgm:bulletEnabled val="1"/>
        </dgm:presLayoutVars>
      </dgm:prSet>
      <dgm:spPr/>
    </dgm:pt>
    <dgm:pt modelId="{21855075-B6F0-45AC-B77E-D8743B1BABCE}" type="pres">
      <dgm:prSet presAssocID="{EDF156CF-F370-4251-92E6-F4161C8CF4A3}" presName="childNode" presStyleLbl="revTx" presStyleIdx="0" presStyleCnt="2">
        <dgm:presLayoutVars>
          <dgm:bulletEnabled val="1"/>
        </dgm:presLayoutVars>
      </dgm:prSet>
      <dgm:spPr/>
    </dgm:pt>
    <dgm:pt modelId="{963476AF-6F43-4733-B451-AB34C723425D}" type="pres">
      <dgm:prSet presAssocID="{0CB60337-F9EC-4BBF-8F97-AAA30B88AB29}" presName="Name25" presStyleLbl="parChTrans1D1" presStyleIdx="1" presStyleCnt="2"/>
      <dgm:spPr/>
    </dgm:pt>
    <dgm:pt modelId="{5B7CF0AB-BB66-4650-8B9E-C1AE708F3C7C}" type="pres">
      <dgm:prSet presAssocID="{AA831CFE-5700-4CB2-A4B2-89B3C2DEB5C3}" presName="node" presStyleCnt="0"/>
      <dgm:spPr/>
    </dgm:pt>
    <dgm:pt modelId="{96200F06-24A1-41A3-B293-148DBB7436B2}" type="pres">
      <dgm:prSet presAssocID="{AA831CFE-5700-4CB2-A4B2-89B3C2DEB5C3}" presName="parentNode" presStyleLbl="node1" presStyleIdx="2" presStyleCnt="3">
        <dgm:presLayoutVars>
          <dgm:chMax val="1"/>
          <dgm:bulletEnabled val="1"/>
        </dgm:presLayoutVars>
      </dgm:prSet>
      <dgm:spPr/>
    </dgm:pt>
    <dgm:pt modelId="{EDB279E7-67CD-4382-857F-373B77BE5C79}" type="pres">
      <dgm:prSet presAssocID="{AA831CFE-5700-4CB2-A4B2-89B3C2DEB5C3}" presName="childNode" presStyleLbl="revTx" presStyleIdx="1" presStyleCnt="2">
        <dgm:presLayoutVars>
          <dgm:bulletEnabled val="1"/>
        </dgm:presLayoutVars>
      </dgm:prSet>
      <dgm:spPr/>
    </dgm:pt>
  </dgm:ptLst>
  <dgm:cxnLst>
    <dgm:cxn modelId="{C351A60A-BAF6-4871-AEC4-D7374A2E88EA}" type="presOf" srcId="{B83FA688-8504-4451-8AA5-389A86781062}" destId="{EDB279E7-67CD-4382-857F-373B77BE5C79}" srcOrd="0" destOrd="1" presId="urn:microsoft.com/office/officeart/2005/8/layout/radial2"/>
    <dgm:cxn modelId="{04038D10-FB4D-4F36-8F35-11A6ACED721F}" srcId="{EC889C83-8E7F-423E-92E0-4BBBE7BCEFF8}" destId="{EDF156CF-F370-4251-92E6-F4161C8CF4A3}" srcOrd="0" destOrd="0" parTransId="{15067F0F-AE43-4838-85DF-DB246E40B598}" sibTransId="{A66B1434-F0B9-402A-805D-DE4EB91548A4}"/>
    <dgm:cxn modelId="{634E4816-E72D-4614-8B36-D770984BB423}" type="presOf" srcId="{AA831CFE-5700-4CB2-A4B2-89B3C2DEB5C3}" destId="{96200F06-24A1-41A3-B293-148DBB7436B2}" srcOrd="0" destOrd="0" presId="urn:microsoft.com/office/officeart/2005/8/layout/radial2"/>
    <dgm:cxn modelId="{BA0A0A1B-5241-4B9E-A4A0-5BC31C20D1A2}" srcId="{AA831CFE-5700-4CB2-A4B2-89B3C2DEB5C3}" destId="{E54DF4DD-28AD-4DAF-86B6-2DA82530B85B}" srcOrd="2" destOrd="0" parTransId="{4D97A4F0-7498-4F8B-90D3-E7FDDED56684}" sibTransId="{01567F16-238E-4086-AE1D-1B65EC17FA8E}"/>
    <dgm:cxn modelId="{59E2331B-5EEF-4405-8094-ACCF3C6C0573}" type="presOf" srcId="{E54DF4DD-28AD-4DAF-86B6-2DA82530B85B}" destId="{EDB279E7-67CD-4382-857F-373B77BE5C79}" srcOrd="0" destOrd="2" presId="urn:microsoft.com/office/officeart/2005/8/layout/radial2"/>
    <dgm:cxn modelId="{018B4424-7CA9-4655-9975-DB5E144A1911}" srcId="{EDF156CF-F370-4251-92E6-F4161C8CF4A3}" destId="{FA67C751-AD4C-4BCC-9481-A040AFE7B67C}" srcOrd="0" destOrd="0" parTransId="{836DBBFF-3C69-49A1-9595-6BA17E2525C0}" sibTransId="{EB047B1D-530F-40C3-B7DA-1F3D55A7B1C0}"/>
    <dgm:cxn modelId="{FBD7922C-03BE-48E7-94CC-BD20A6FEE20B}" type="presOf" srcId="{FA67C751-AD4C-4BCC-9481-A040AFE7B67C}" destId="{21855075-B6F0-45AC-B77E-D8743B1BABCE}" srcOrd="0" destOrd="0" presId="urn:microsoft.com/office/officeart/2005/8/layout/radial2"/>
    <dgm:cxn modelId="{3B585060-702D-4462-992A-E1AD3BBFE0DE}" type="presOf" srcId="{97359EB9-3F2B-4612-B8B2-B0935380F065}" destId="{21855075-B6F0-45AC-B77E-D8743B1BABCE}" srcOrd="0" destOrd="1" presId="urn:microsoft.com/office/officeart/2005/8/layout/radial2"/>
    <dgm:cxn modelId="{F49D8650-154D-486C-BB5B-3227968A101D}" srcId="{EC889C83-8E7F-423E-92E0-4BBBE7BCEFF8}" destId="{AA831CFE-5700-4CB2-A4B2-89B3C2DEB5C3}" srcOrd="1" destOrd="0" parTransId="{0CB60337-F9EC-4BBF-8F97-AAA30B88AB29}" sibTransId="{46EED625-8887-4F4A-B057-CFAAE542262F}"/>
    <dgm:cxn modelId="{4F622E51-652A-40DA-A438-70DC0D175FB2}" type="presOf" srcId="{EDF156CF-F370-4251-92E6-F4161C8CF4A3}" destId="{4199CA1A-F082-4C7D-8A94-4A31A0B4F4B6}" srcOrd="0" destOrd="0" presId="urn:microsoft.com/office/officeart/2005/8/layout/radial2"/>
    <dgm:cxn modelId="{E6890074-DD15-4711-99BD-2EC8A2A6BEE6}" srcId="{AA831CFE-5700-4CB2-A4B2-89B3C2DEB5C3}" destId="{25C6626C-FBC8-46AA-B7E3-8A626AF99C98}" srcOrd="0" destOrd="0" parTransId="{E07FF879-23E3-44FE-8FA7-536847293897}" sibTransId="{4D97792B-99A0-4F36-88CD-AB7038926C91}"/>
    <dgm:cxn modelId="{E2FC055A-FF2B-4C01-A7D4-D1FA3C1F9BC1}" type="presOf" srcId="{15067F0F-AE43-4838-85DF-DB246E40B598}" destId="{1B15BE79-6F68-4471-A9BF-D1DCAE7E0C91}" srcOrd="0" destOrd="0" presId="urn:microsoft.com/office/officeart/2005/8/layout/radial2"/>
    <dgm:cxn modelId="{C0EF7B7D-9B55-4A31-BB1F-A7AECA4EB9DD}" type="presOf" srcId="{25C6626C-FBC8-46AA-B7E3-8A626AF99C98}" destId="{EDB279E7-67CD-4382-857F-373B77BE5C79}" srcOrd="0" destOrd="0" presId="urn:microsoft.com/office/officeart/2005/8/layout/radial2"/>
    <dgm:cxn modelId="{257BBAA0-0A95-47DF-A424-F00C953A5CC8}" type="presOf" srcId="{0CB60337-F9EC-4BBF-8F97-AAA30B88AB29}" destId="{963476AF-6F43-4733-B451-AB34C723425D}" srcOrd="0" destOrd="0" presId="urn:microsoft.com/office/officeart/2005/8/layout/radial2"/>
    <dgm:cxn modelId="{D4857EA7-FA05-4585-B9BC-F394BFE9A770}" srcId="{EDF156CF-F370-4251-92E6-F4161C8CF4A3}" destId="{97359EB9-3F2B-4612-B8B2-B0935380F065}" srcOrd="1" destOrd="0" parTransId="{D97D1194-5AE0-432A-BEB7-32CCFAB6C9F7}" sibTransId="{C58EEF4B-B22A-47C6-9E0D-C0FA91CAB9AF}"/>
    <dgm:cxn modelId="{BA3451CC-88CE-4417-A720-EBA4D40444FA}" srcId="{AA831CFE-5700-4CB2-A4B2-89B3C2DEB5C3}" destId="{B83FA688-8504-4451-8AA5-389A86781062}" srcOrd="1" destOrd="0" parTransId="{36FF62A5-DDD8-482F-891E-E5A99DA1E074}" sibTransId="{C98E9E9C-04EC-4083-983D-2F93656EFD32}"/>
    <dgm:cxn modelId="{A9D444E1-A017-4262-BC5A-DCDB20BE2916}" type="presOf" srcId="{EC889C83-8E7F-423E-92E0-4BBBE7BCEFF8}" destId="{DF509769-8E2B-47F0-9A23-404DAADB189F}" srcOrd="0" destOrd="0" presId="urn:microsoft.com/office/officeart/2005/8/layout/radial2"/>
    <dgm:cxn modelId="{1C0A0B39-FC5B-4A2D-ACC0-A38F2E880AD6}" type="presParOf" srcId="{DF509769-8E2B-47F0-9A23-404DAADB189F}" destId="{8D4C6EBC-F409-47E6-97D7-2556939730BE}" srcOrd="0" destOrd="0" presId="urn:microsoft.com/office/officeart/2005/8/layout/radial2"/>
    <dgm:cxn modelId="{E63BA661-1748-449C-9361-9496E34A15C6}" type="presParOf" srcId="{8D4C6EBC-F409-47E6-97D7-2556939730BE}" destId="{C2E1EA2A-EE3E-404E-91B2-B7E5BC7FF57D}" srcOrd="0" destOrd="0" presId="urn:microsoft.com/office/officeart/2005/8/layout/radial2"/>
    <dgm:cxn modelId="{54B82BCB-DAF1-4B92-B1A1-7086058663BA}" type="presParOf" srcId="{C2E1EA2A-EE3E-404E-91B2-B7E5BC7FF57D}" destId="{3079349D-4864-461E-A730-EA00C7D7F356}" srcOrd="0" destOrd="0" presId="urn:microsoft.com/office/officeart/2005/8/layout/radial2"/>
    <dgm:cxn modelId="{9C5DA1E6-4A7E-4E03-9E3D-077033536D58}" type="presParOf" srcId="{C2E1EA2A-EE3E-404E-91B2-B7E5BC7FF57D}" destId="{6545CE11-4269-484E-9FDD-8B549F960AB3}" srcOrd="1" destOrd="0" presId="urn:microsoft.com/office/officeart/2005/8/layout/radial2"/>
    <dgm:cxn modelId="{2A774347-75B1-4F31-8C93-544FCBA5A4B8}" type="presParOf" srcId="{8D4C6EBC-F409-47E6-97D7-2556939730BE}" destId="{1B15BE79-6F68-4471-A9BF-D1DCAE7E0C91}" srcOrd="1" destOrd="0" presId="urn:microsoft.com/office/officeart/2005/8/layout/radial2"/>
    <dgm:cxn modelId="{88E74E1D-E1C2-4DA5-A76A-C5C4F3917866}" type="presParOf" srcId="{8D4C6EBC-F409-47E6-97D7-2556939730BE}" destId="{B75CEBC4-C80A-4E5D-A669-23D10ED580DC}" srcOrd="2" destOrd="0" presId="urn:microsoft.com/office/officeart/2005/8/layout/radial2"/>
    <dgm:cxn modelId="{733B8843-3443-494F-81AE-086285CE0A95}" type="presParOf" srcId="{B75CEBC4-C80A-4E5D-A669-23D10ED580DC}" destId="{4199CA1A-F082-4C7D-8A94-4A31A0B4F4B6}" srcOrd="0" destOrd="0" presId="urn:microsoft.com/office/officeart/2005/8/layout/radial2"/>
    <dgm:cxn modelId="{CC472915-330E-4DB9-A305-E6805B58CA35}" type="presParOf" srcId="{B75CEBC4-C80A-4E5D-A669-23D10ED580DC}" destId="{21855075-B6F0-45AC-B77E-D8743B1BABCE}" srcOrd="1" destOrd="0" presId="urn:microsoft.com/office/officeart/2005/8/layout/radial2"/>
    <dgm:cxn modelId="{041A3377-AD06-471F-A24B-1FE28C2B8908}" type="presParOf" srcId="{8D4C6EBC-F409-47E6-97D7-2556939730BE}" destId="{963476AF-6F43-4733-B451-AB34C723425D}" srcOrd="3" destOrd="0" presId="urn:microsoft.com/office/officeart/2005/8/layout/radial2"/>
    <dgm:cxn modelId="{ECD0B458-2409-4821-81E6-736252CD96A9}" type="presParOf" srcId="{8D4C6EBC-F409-47E6-97D7-2556939730BE}" destId="{5B7CF0AB-BB66-4650-8B9E-C1AE708F3C7C}" srcOrd="4" destOrd="0" presId="urn:microsoft.com/office/officeart/2005/8/layout/radial2"/>
    <dgm:cxn modelId="{4EAC31EC-B9D7-437C-9218-494A5615B46B}" type="presParOf" srcId="{5B7CF0AB-BB66-4650-8B9E-C1AE708F3C7C}" destId="{96200F06-24A1-41A3-B293-148DBB7436B2}" srcOrd="0" destOrd="0" presId="urn:microsoft.com/office/officeart/2005/8/layout/radial2"/>
    <dgm:cxn modelId="{06D19F39-6BBC-45C3-80D1-024654A41721}" type="presParOf" srcId="{5B7CF0AB-BB66-4650-8B9E-C1AE708F3C7C}" destId="{EDB279E7-67CD-4382-857F-373B77BE5C79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5019691-B006-4F2B-8143-D18EA3678E08}" type="doc">
      <dgm:prSet loTypeId="urn:microsoft.com/office/officeart/2009/3/layout/FramedTextPicture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42A7DE-2ABE-4630-885D-40B4DDF8BA02}">
      <dgm:prSet phldrT="[Text]" custT="1"/>
      <dgm:spPr/>
      <dgm:t>
        <a:bodyPr/>
        <a:lstStyle/>
        <a:p>
          <a:pPr rtl="1"/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“هیچ مشتری واقعی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،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کسی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را 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که صدای او را شنیده و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خواسته ش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را درک کرده، فراموش نمی‌کند.”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ست گ</a:t>
          </a:r>
          <a:r>
            <a:rPr lang="fa-IR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ودین</a:t>
          </a: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، نویسنده و استراتژیست بازاریابی احساسی</a:t>
          </a:r>
          <a:endParaRPr lang="en-US" sz="1600" b="1" i="1" kern="1200" dirty="0">
            <a:solidFill>
              <a:srgbClr val="5A2837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3214BB91-13A9-43D4-BB81-3A3F2DC86B9B}" type="parTrans" cxnId="{F20A4D64-8453-41BF-B1CA-C8CF347E3FAC}">
      <dgm:prSet/>
      <dgm:spPr/>
      <dgm:t>
        <a:bodyPr/>
        <a:lstStyle/>
        <a:p>
          <a:endParaRPr lang="en-US"/>
        </a:p>
      </dgm:t>
    </dgm:pt>
    <dgm:pt modelId="{F2CDC7D7-6AA9-487C-B7C6-9DB31D8ADD9F}" type="sibTrans" cxnId="{F20A4D64-8453-41BF-B1CA-C8CF347E3FAC}">
      <dgm:prSet/>
      <dgm:spPr/>
      <dgm:t>
        <a:bodyPr/>
        <a:lstStyle/>
        <a:p>
          <a:endParaRPr lang="en-US"/>
        </a:p>
      </dgm:t>
    </dgm:pt>
    <dgm:pt modelId="{A3117AD7-3F07-4F86-ABE1-CE0186C660FA}" type="pres">
      <dgm:prSet presAssocID="{05019691-B006-4F2B-8143-D18EA3678E08}" presName="Name0" presStyleCnt="0">
        <dgm:presLayoutVars>
          <dgm:chMax/>
          <dgm:chPref/>
          <dgm:dir/>
        </dgm:presLayoutVars>
      </dgm:prSet>
      <dgm:spPr/>
    </dgm:pt>
    <dgm:pt modelId="{8D9CB3EE-99D5-415D-826D-CD050F2916B8}" type="pres">
      <dgm:prSet presAssocID="{8542A7DE-2ABE-4630-885D-40B4DDF8BA02}" presName="composite" presStyleCnt="0">
        <dgm:presLayoutVars>
          <dgm:chMax/>
          <dgm:chPref/>
        </dgm:presLayoutVars>
      </dgm:prSet>
      <dgm:spPr/>
    </dgm:pt>
    <dgm:pt modelId="{C55234E0-EF8C-4E4D-96DD-7FF7BA3D21AC}" type="pres">
      <dgm:prSet presAssocID="{8542A7DE-2ABE-4630-885D-40B4DDF8BA02}" presName="Image" presStyleLbl="bgImgPlace1" presStyleIdx="0" presStyleCnt="1" custScaleX="97634" custScaleY="99932" custLinFactNeighborX="-591" custLinFactNeighborY="194"/>
      <dgm:spPr>
        <a:blipFill dpi="0" rotWithShape="1">
          <a:blip xmlns:r="http://schemas.openxmlformats.org/officeDocument/2006/relationships" r:embed="rId1"/>
          <a:srcRect/>
          <a:stretch>
            <a:fillRect l="27583" r="27583"/>
          </a:stretch>
        </a:blipFill>
      </dgm:spPr>
    </dgm:pt>
    <dgm:pt modelId="{CCF2021B-7703-494A-A006-C90554F9195B}" type="pres">
      <dgm:prSet presAssocID="{8542A7DE-2ABE-4630-885D-40B4DDF8BA02}" presName="Parent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86017D9-5C56-4133-8D89-5670CC19F0A7}" type="pres">
      <dgm:prSet presAssocID="{8542A7DE-2ABE-4630-885D-40B4DDF8BA02}" presName="tlFrame" presStyleLbl="node1" presStyleIdx="0" presStyleCnt="4"/>
      <dgm:spPr/>
    </dgm:pt>
    <dgm:pt modelId="{9039BA9F-65CE-4A91-9886-662A2BA53E47}" type="pres">
      <dgm:prSet presAssocID="{8542A7DE-2ABE-4630-885D-40B4DDF8BA02}" presName="trFrame" presStyleLbl="node1" presStyleIdx="1" presStyleCnt="4"/>
      <dgm:spPr/>
    </dgm:pt>
    <dgm:pt modelId="{7491CE31-F653-4A9E-970F-9CF66832A2C9}" type="pres">
      <dgm:prSet presAssocID="{8542A7DE-2ABE-4630-885D-40B4DDF8BA02}" presName="blFrame" presStyleLbl="node1" presStyleIdx="2" presStyleCnt="4"/>
      <dgm:spPr/>
    </dgm:pt>
    <dgm:pt modelId="{741ED2E7-D777-4FE7-AA5A-30E242E7B445}" type="pres">
      <dgm:prSet presAssocID="{8542A7DE-2ABE-4630-885D-40B4DDF8BA02}" presName="brFrame" presStyleLbl="node1" presStyleIdx="3" presStyleCnt="4"/>
      <dgm:spPr/>
    </dgm:pt>
  </dgm:ptLst>
  <dgm:cxnLst>
    <dgm:cxn modelId="{01F4E20E-ED7A-4716-9AF9-7B22FEAD3D7E}" type="presOf" srcId="{8542A7DE-2ABE-4630-885D-40B4DDF8BA02}" destId="{CCF2021B-7703-494A-A006-C90554F9195B}" srcOrd="0" destOrd="0" presId="urn:microsoft.com/office/officeart/2009/3/layout/FramedTextPicture"/>
    <dgm:cxn modelId="{F20A4D64-8453-41BF-B1CA-C8CF347E3FAC}" srcId="{05019691-B006-4F2B-8143-D18EA3678E08}" destId="{8542A7DE-2ABE-4630-885D-40B4DDF8BA02}" srcOrd="0" destOrd="0" parTransId="{3214BB91-13A9-43D4-BB81-3A3F2DC86B9B}" sibTransId="{F2CDC7D7-6AA9-487C-B7C6-9DB31D8ADD9F}"/>
    <dgm:cxn modelId="{55CAC57A-5B99-44E0-AC51-3BD9879D0507}" type="presOf" srcId="{05019691-B006-4F2B-8143-D18EA3678E08}" destId="{A3117AD7-3F07-4F86-ABE1-CE0186C660FA}" srcOrd="0" destOrd="0" presId="urn:microsoft.com/office/officeart/2009/3/layout/FramedTextPicture"/>
    <dgm:cxn modelId="{9564D703-635C-4B81-A43E-03B9ADECAA5C}" type="presParOf" srcId="{A3117AD7-3F07-4F86-ABE1-CE0186C660FA}" destId="{8D9CB3EE-99D5-415D-826D-CD050F2916B8}" srcOrd="0" destOrd="0" presId="urn:microsoft.com/office/officeart/2009/3/layout/FramedTextPicture"/>
    <dgm:cxn modelId="{F07B7A1C-0922-4DEE-BA83-B65D7BB9D47D}" type="presParOf" srcId="{8D9CB3EE-99D5-415D-826D-CD050F2916B8}" destId="{C55234E0-EF8C-4E4D-96DD-7FF7BA3D21AC}" srcOrd="0" destOrd="0" presId="urn:microsoft.com/office/officeart/2009/3/layout/FramedTextPicture"/>
    <dgm:cxn modelId="{D164480C-CC67-4120-9B03-239DD7FA786A}" type="presParOf" srcId="{8D9CB3EE-99D5-415D-826D-CD050F2916B8}" destId="{CCF2021B-7703-494A-A006-C90554F9195B}" srcOrd="1" destOrd="0" presId="urn:microsoft.com/office/officeart/2009/3/layout/FramedTextPicture"/>
    <dgm:cxn modelId="{3063C454-89D8-448E-B045-A67ADF2CC2AD}" type="presParOf" srcId="{8D9CB3EE-99D5-415D-826D-CD050F2916B8}" destId="{186017D9-5C56-4133-8D89-5670CC19F0A7}" srcOrd="2" destOrd="0" presId="urn:microsoft.com/office/officeart/2009/3/layout/FramedTextPicture"/>
    <dgm:cxn modelId="{E5164E53-8A64-41C1-9DCA-A345C22DBFD2}" type="presParOf" srcId="{8D9CB3EE-99D5-415D-826D-CD050F2916B8}" destId="{9039BA9F-65CE-4A91-9886-662A2BA53E47}" srcOrd="3" destOrd="0" presId="urn:microsoft.com/office/officeart/2009/3/layout/FramedTextPicture"/>
    <dgm:cxn modelId="{0E631710-0D85-4B55-B441-184932C5FD8A}" type="presParOf" srcId="{8D9CB3EE-99D5-415D-826D-CD050F2916B8}" destId="{7491CE31-F653-4A9E-970F-9CF66832A2C9}" srcOrd="4" destOrd="0" presId="urn:microsoft.com/office/officeart/2009/3/layout/FramedTextPicture"/>
    <dgm:cxn modelId="{96AE1B0C-B7D2-42BC-A3D2-2F0C38469F15}" type="presParOf" srcId="{8D9CB3EE-99D5-415D-826D-CD050F2916B8}" destId="{741ED2E7-D777-4FE7-AA5A-30E242E7B445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25ACAC-F472-4683-9D93-A9C84E2D3383}" type="doc">
      <dgm:prSet loTypeId="urn:microsoft.com/office/officeart/2009/3/layout/StepUp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3604EF-4C81-436F-A110-C2D8CF873DD6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8FDBF99-64DB-4B50-84AA-9C278B364F0C}" type="par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A198B5A-4BBE-4482-A767-64E58E57333F}" type="sib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8DE07D1-5530-4B79-89D3-DFA202C3C328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آشنایی با برند</a:t>
          </a:r>
          <a:endParaRPr lang="en-US" sz="2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C6BB605-2200-4881-9BD4-77CCBA513FBC}" type="par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D47584B-0491-45C1-97AB-BF206B5F78A8}" type="sib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7AD4B247-CE63-49EC-84BB-1201BDB8B43D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668695E-D829-471C-AC10-661946DDC740}" type="par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BF2C316-29B6-4C46-BDAA-AFB2E55EB5AF}" type="sib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F2273D0-51C7-46B6-84E5-287A1AF69FB5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توجه و علاقه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C36DC3-A6D4-40F5-920C-8031DA7A21B4}" type="par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045532E-537A-4AA2-9896-8362A964D0C7}" type="sib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8BA167B-2843-4D99-AFA5-95F8164C1FFE}">
      <dgm:prSet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6A5DE47-0887-446A-95F2-D0DE4F460552}" type="parTrans" cxnId="{8B9C5BE7-464D-4C46-990A-270E3E9732E4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FF4CA1B-93A3-4159-8EF7-E892BD60B2F1}" type="sibTrans" cxnId="{8B9C5BE7-464D-4C46-990A-270E3E9732E4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EE5724D-F9BF-4FCB-A0FA-B94D87A5EF35}">
      <dgm:prSet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1D1AC5C-38B6-4132-A117-D847E8FE0DFE}" type="par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365ABA2-9B79-4149-BE2F-73D735F3A4C7}" type="sib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DC8559C4-587C-4BB8-A872-78AE3DB83960}" type="pres">
      <dgm:prSet presAssocID="{1E25ACAC-F472-4683-9D93-A9C84E2D3383}" presName="rootnode" presStyleCnt="0">
        <dgm:presLayoutVars>
          <dgm:chMax/>
          <dgm:chPref/>
          <dgm:dir/>
          <dgm:animLvl val="lvl"/>
        </dgm:presLayoutVars>
      </dgm:prSet>
      <dgm:spPr/>
    </dgm:pt>
    <dgm:pt modelId="{3B0E19FC-E3C0-4138-9A48-BC0D2424E1E4}" type="pres">
      <dgm:prSet presAssocID="{AD3604EF-4C81-436F-A110-C2D8CF873DD6}" presName="composite" presStyleCnt="0"/>
      <dgm:spPr/>
    </dgm:pt>
    <dgm:pt modelId="{C812CB3C-0340-43CF-A198-8CED48458631}" type="pres">
      <dgm:prSet presAssocID="{AD3604EF-4C81-436F-A110-C2D8CF873DD6}" presName="LShape" presStyleLbl="alignNode1" presStyleIdx="0" presStyleCnt="11"/>
      <dgm:spPr>
        <a:solidFill>
          <a:srgbClr val="7A364B"/>
        </a:solidFill>
        <a:ln>
          <a:noFill/>
        </a:ln>
      </dgm:spPr>
    </dgm:pt>
    <dgm:pt modelId="{B8B1D505-CF74-4719-ACF9-459B767E3307}" type="pres">
      <dgm:prSet presAssocID="{AD3604EF-4C81-436F-A110-C2D8CF873DD6}" presName="Parent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8CB1DA42-4248-472D-A039-1A258F25934A}" type="pres">
      <dgm:prSet presAssocID="{AD3604EF-4C81-436F-A110-C2D8CF873DD6}" presName="Triangle" presStyleLbl="alignNode1" presStyleIdx="1" presStyleCnt="11"/>
      <dgm:spPr>
        <a:solidFill>
          <a:srgbClr val="374183"/>
        </a:solidFill>
      </dgm:spPr>
    </dgm:pt>
    <dgm:pt modelId="{A9457D96-B755-4312-B27A-14F92B2492B9}" type="pres">
      <dgm:prSet presAssocID="{4A198B5A-4BBE-4482-A767-64E58E57333F}" presName="sibTrans" presStyleCnt="0"/>
      <dgm:spPr/>
    </dgm:pt>
    <dgm:pt modelId="{E5D7204D-EFBE-4570-AA30-56B2B06D3729}" type="pres">
      <dgm:prSet presAssocID="{4A198B5A-4BBE-4482-A767-64E58E57333F}" presName="space" presStyleCnt="0"/>
      <dgm:spPr/>
    </dgm:pt>
    <dgm:pt modelId="{E54F54BD-4AEB-4DFA-B3DC-D928BE0BA9AA}" type="pres">
      <dgm:prSet presAssocID="{B8DE07D1-5530-4B79-89D3-DFA202C3C328}" presName="composite" presStyleCnt="0"/>
      <dgm:spPr/>
    </dgm:pt>
    <dgm:pt modelId="{21B4FA9E-32F9-46C1-9FF7-CBD2CE92CD42}" type="pres">
      <dgm:prSet presAssocID="{B8DE07D1-5530-4B79-89D3-DFA202C3C328}" presName="LShape" presStyleLbl="alignNode1" presStyleIdx="2" presStyleCnt="11"/>
      <dgm:spPr>
        <a:solidFill>
          <a:srgbClr val="7A364B"/>
        </a:solidFill>
        <a:ln>
          <a:noFill/>
        </a:ln>
      </dgm:spPr>
    </dgm:pt>
    <dgm:pt modelId="{6C1F6867-68E1-43FE-B352-330C8C101CC0}" type="pres">
      <dgm:prSet presAssocID="{B8DE07D1-5530-4B79-89D3-DFA202C3C328}" presName="Parent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510F7C7B-EB4A-4A1C-9855-9724ABA5C69D}" type="pres">
      <dgm:prSet presAssocID="{B8DE07D1-5530-4B79-89D3-DFA202C3C328}" presName="Triangle" presStyleLbl="alignNode1" presStyleIdx="3" presStyleCnt="11"/>
      <dgm:spPr>
        <a:solidFill>
          <a:srgbClr val="374183"/>
        </a:solidFill>
      </dgm:spPr>
    </dgm:pt>
    <dgm:pt modelId="{C6CF9954-EE6F-4016-ABFE-AEFBC3D0FBB6}" type="pres">
      <dgm:prSet presAssocID="{0D47584B-0491-45C1-97AB-BF206B5F78A8}" presName="sibTrans" presStyleCnt="0"/>
      <dgm:spPr/>
    </dgm:pt>
    <dgm:pt modelId="{FA3B2954-05B0-44A2-9C31-6E38DBF051B0}" type="pres">
      <dgm:prSet presAssocID="{0D47584B-0491-45C1-97AB-BF206B5F78A8}" presName="space" presStyleCnt="0"/>
      <dgm:spPr/>
    </dgm:pt>
    <dgm:pt modelId="{8D7622A8-1532-47BD-B6F8-8A1EB7924DD0}" type="pres">
      <dgm:prSet presAssocID="{9F2273D0-51C7-46B6-84E5-287A1AF69FB5}" presName="composite" presStyleCnt="0"/>
      <dgm:spPr/>
    </dgm:pt>
    <dgm:pt modelId="{C8400550-72AC-4E67-B438-B3D39895F942}" type="pres">
      <dgm:prSet presAssocID="{9F2273D0-51C7-46B6-84E5-287A1AF69FB5}" presName="LShape" presStyleLbl="alignNode1" presStyleIdx="4" presStyleCnt="11"/>
      <dgm:spPr>
        <a:solidFill>
          <a:srgbClr val="7A364B"/>
        </a:solidFill>
        <a:ln>
          <a:noFill/>
        </a:ln>
      </dgm:spPr>
    </dgm:pt>
    <dgm:pt modelId="{83159A42-36AD-480F-8CB9-15DDDF45A5B9}" type="pres">
      <dgm:prSet presAssocID="{9F2273D0-51C7-46B6-84E5-287A1AF69FB5}" presName="Parent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42AA2FE6-FBE5-4BCF-A215-9F4E63E2F49B}" type="pres">
      <dgm:prSet presAssocID="{9F2273D0-51C7-46B6-84E5-287A1AF69FB5}" presName="Triangle" presStyleLbl="alignNode1" presStyleIdx="5" presStyleCnt="11"/>
      <dgm:spPr>
        <a:solidFill>
          <a:srgbClr val="374183"/>
        </a:solidFill>
      </dgm:spPr>
    </dgm:pt>
    <dgm:pt modelId="{19B74EE6-E2C3-47FB-A4EC-B0703AF9552A}" type="pres">
      <dgm:prSet presAssocID="{3045532E-537A-4AA2-9896-8362A964D0C7}" presName="sibTrans" presStyleCnt="0"/>
      <dgm:spPr/>
    </dgm:pt>
    <dgm:pt modelId="{5812B38B-7435-4B46-9764-558D93BDC873}" type="pres">
      <dgm:prSet presAssocID="{3045532E-537A-4AA2-9896-8362A964D0C7}" presName="space" presStyleCnt="0"/>
      <dgm:spPr/>
    </dgm:pt>
    <dgm:pt modelId="{704C9AAB-A2B2-4C67-A154-33DD6CFB38D7}" type="pres">
      <dgm:prSet presAssocID="{B8BA167B-2843-4D99-AFA5-95F8164C1FFE}" presName="composite" presStyleCnt="0"/>
      <dgm:spPr/>
    </dgm:pt>
    <dgm:pt modelId="{F762376B-644B-4B72-9135-221DE759BA2E}" type="pres">
      <dgm:prSet presAssocID="{B8BA167B-2843-4D99-AFA5-95F8164C1FFE}" presName="LShape" presStyleLbl="alignNode1" presStyleIdx="6" presStyleCnt="11"/>
      <dgm:spPr>
        <a:solidFill>
          <a:srgbClr val="7A364B"/>
        </a:solidFill>
        <a:ln>
          <a:noFill/>
        </a:ln>
      </dgm:spPr>
    </dgm:pt>
    <dgm:pt modelId="{494AA2A5-1B1D-4382-84C9-E3728AC4FA9F}" type="pres">
      <dgm:prSet presAssocID="{B8BA167B-2843-4D99-AFA5-95F8164C1FFE}" presName="Parent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7A8BFC57-D786-4878-8322-B34F9DB4F54F}" type="pres">
      <dgm:prSet presAssocID="{B8BA167B-2843-4D99-AFA5-95F8164C1FFE}" presName="Triangle" presStyleLbl="alignNode1" presStyleIdx="7" presStyleCnt="11"/>
      <dgm:spPr>
        <a:solidFill>
          <a:srgbClr val="374183"/>
        </a:solidFill>
      </dgm:spPr>
    </dgm:pt>
    <dgm:pt modelId="{5575A885-F650-4776-A2C5-B60360E50E1D}" type="pres">
      <dgm:prSet presAssocID="{0FF4CA1B-93A3-4159-8EF7-E892BD60B2F1}" presName="sibTrans" presStyleCnt="0"/>
      <dgm:spPr/>
    </dgm:pt>
    <dgm:pt modelId="{D8EBF089-B62F-4439-ADF6-9E2ACD7B0D1A}" type="pres">
      <dgm:prSet presAssocID="{0FF4CA1B-93A3-4159-8EF7-E892BD60B2F1}" presName="space" presStyleCnt="0"/>
      <dgm:spPr/>
    </dgm:pt>
    <dgm:pt modelId="{BA72CBFE-E8C0-469E-8A4A-2756415740FC}" type="pres">
      <dgm:prSet presAssocID="{CEE5724D-F9BF-4FCB-A0FA-B94D87A5EF35}" presName="composite" presStyleCnt="0"/>
      <dgm:spPr/>
    </dgm:pt>
    <dgm:pt modelId="{27FA66C9-B787-449A-A989-19441E9EAD5B}" type="pres">
      <dgm:prSet presAssocID="{CEE5724D-F9BF-4FCB-A0FA-B94D87A5EF35}" presName="LShape" presStyleLbl="alignNode1" presStyleIdx="8" presStyleCnt="11"/>
      <dgm:spPr>
        <a:solidFill>
          <a:srgbClr val="7A364B"/>
        </a:solidFill>
        <a:ln>
          <a:noFill/>
        </a:ln>
      </dgm:spPr>
    </dgm:pt>
    <dgm:pt modelId="{076F701D-F089-4F60-BC5C-045696C09C60}" type="pres">
      <dgm:prSet presAssocID="{CEE5724D-F9BF-4FCB-A0FA-B94D87A5EF35}" presName="Parent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50E75A68-B861-4F09-B3F5-58A68E30711B}" type="pres">
      <dgm:prSet presAssocID="{CEE5724D-F9BF-4FCB-A0FA-B94D87A5EF35}" presName="Triangle" presStyleLbl="alignNode1" presStyleIdx="9" presStyleCnt="11"/>
      <dgm:spPr>
        <a:solidFill>
          <a:srgbClr val="374183"/>
        </a:solidFill>
      </dgm:spPr>
    </dgm:pt>
    <dgm:pt modelId="{BE647094-8634-4AED-879E-20757EDEB1CA}" type="pres">
      <dgm:prSet presAssocID="{0365ABA2-9B79-4149-BE2F-73D735F3A4C7}" presName="sibTrans" presStyleCnt="0"/>
      <dgm:spPr/>
    </dgm:pt>
    <dgm:pt modelId="{A40A3248-83B9-4992-A48B-C6AF46EE373E}" type="pres">
      <dgm:prSet presAssocID="{0365ABA2-9B79-4149-BE2F-73D735F3A4C7}" presName="space" presStyleCnt="0"/>
      <dgm:spPr/>
    </dgm:pt>
    <dgm:pt modelId="{7843ABB2-801E-45C4-9DAC-A0E16BF92032}" type="pres">
      <dgm:prSet presAssocID="{7AD4B247-CE63-49EC-84BB-1201BDB8B43D}" presName="composite" presStyleCnt="0"/>
      <dgm:spPr/>
    </dgm:pt>
    <dgm:pt modelId="{193D7A29-E9C8-416A-818F-3B37F0790590}" type="pres">
      <dgm:prSet presAssocID="{7AD4B247-CE63-49EC-84BB-1201BDB8B43D}" presName="LShape" presStyleLbl="alignNode1" presStyleIdx="10" presStyleCnt="11"/>
      <dgm:spPr>
        <a:solidFill>
          <a:srgbClr val="7A364B"/>
        </a:solidFill>
        <a:ln>
          <a:noFill/>
        </a:ln>
      </dgm:spPr>
    </dgm:pt>
    <dgm:pt modelId="{13B05E4F-D54C-4634-A8D4-7CD053159DE0}" type="pres">
      <dgm:prSet presAssocID="{7AD4B247-CE63-49EC-84BB-1201BDB8B43D}" presName="Parent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4928D306-89BF-45A9-9AA8-F464B80A6362}" type="presOf" srcId="{7AD4B247-CE63-49EC-84BB-1201BDB8B43D}" destId="{13B05E4F-D54C-4634-A8D4-7CD053159DE0}" srcOrd="0" destOrd="0" presId="urn:microsoft.com/office/officeart/2009/3/layout/StepUpProcess"/>
    <dgm:cxn modelId="{960B8019-97BF-4FD0-BE73-5A10653393BE}" type="presOf" srcId="{AD3604EF-4C81-436F-A110-C2D8CF873DD6}" destId="{B8B1D505-CF74-4719-ACF9-459B767E3307}" srcOrd="0" destOrd="0" presId="urn:microsoft.com/office/officeart/2009/3/layout/StepUpProcess"/>
    <dgm:cxn modelId="{0E9A381F-A8BF-4479-B035-BE635C31CE99}" srcId="{1E25ACAC-F472-4683-9D93-A9C84E2D3383}" destId="{7AD4B247-CE63-49EC-84BB-1201BDB8B43D}" srcOrd="5" destOrd="0" parTransId="{1668695E-D829-471C-AC10-661946DDC740}" sibTransId="{8BF2C316-29B6-4C46-BDAA-AFB2E55EB5AF}"/>
    <dgm:cxn modelId="{1EBE0121-D9DF-441E-81C6-04C0C4EF972F}" type="presOf" srcId="{9F2273D0-51C7-46B6-84E5-287A1AF69FB5}" destId="{83159A42-36AD-480F-8CB9-15DDDF45A5B9}" srcOrd="0" destOrd="0" presId="urn:microsoft.com/office/officeart/2009/3/layout/StepUpProcess"/>
    <dgm:cxn modelId="{61487566-C846-41E6-9D0D-373C18D3C7A7}" type="presOf" srcId="{B8BA167B-2843-4D99-AFA5-95F8164C1FFE}" destId="{494AA2A5-1B1D-4382-84C9-E3728AC4FA9F}" srcOrd="0" destOrd="0" presId="urn:microsoft.com/office/officeart/2009/3/layout/StepUpProcess"/>
    <dgm:cxn modelId="{69987B73-139A-4C30-AC55-7CAB83997822}" type="presOf" srcId="{CEE5724D-F9BF-4FCB-A0FA-B94D87A5EF35}" destId="{076F701D-F089-4F60-BC5C-045696C09C60}" srcOrd="0" destOrd="0" presId="urn:microsoft.com/office/officeart/2009/3/layout/StepUpProcess"/>
    <dgm:cxn modelId="{7BC41989-0790-4ACA-BBC4-FC78F132BF66}" srcId="{1E25ACAC-F472-4683-9D93-A9C84E2D3383}" destId="{B8DE07D1-5530-4B79-89D3-DFA202C3C328}" srcOrd="1" destOrd="0" parTransId="{6C6BB605-2200-4881-9BD4-77CCBA513FBC}" sibTransId="{0D47584B-0491-45C1-97AB-BF206B5F78A8}"/>
    <dgm:cxn modelId="{2A372A8E-B68E-4A2C-8F26-8A881C4C34D0}" type="presOf" srcId="{B8DE07D1-5530-4B79-89D3-DFA202C3C328}" destId="{6C1F6867-68E1-43FE-B352-330C8C101CC0}" srcOrd="0" destOrd="0" presId="urn:microsoft.com/office/officeart/2009/3/layout/StepUpProcess"/>
    <dgm:cxn modelId="{7FC6579F-7F90-4F71-B2B3-0E70314E34A5}" srcId="{1E25ACAC-F472-4683-9D93-A9C84E2D3383}" destId="{9F2273D0-51C7-46B6-84E5-287A1AF69FB5}" srcOrd="2" destOrd="0" parTransId="{A4C36DC3-A6D4-40F5-920C-8031DA7A21B4}" sibTransId="{3045532E-537A-4AA2-9896-8362A964D0C7}"/>
    <dgm:cxn modelId="{0F94F7A9-D24B-406E-84FA-BAA215B524A2}" type="presOf" srcId="{1E25ACAC-F472-4683-9D93-A9C84E2D3383}" destId="{DC8559C4-587C-4BB8-A872-78AE3DB83960}" srcOrd="0" destOrd="0" presId="urn:microsoft.com/office/officeart/2009/3/layout/StepUpProcess"/>
    <dgm:cxn modelId="{0AE7D4B3-0D04-4F92-AD49-9F768354A91A}" srcId="{1E25ACAC-F472-4683-9D93-A9C84E2D3383}" destId="{AD3604EF-4C81-436F-A110-C2D8CF873DD6}" srcOrd="0" destOrd="0" parTransId="{68FDBF99-64DB-4B50-84AA-9C278B364F0C}" sibTransId="{4A198B5A-4BBE-4482-A767-64E58E57333F}"/>
    <dgm:cxn modelId="{F676A6CF-4314-4E7E-B7F7-6D6B9F793315}" srcId="{1E25ACAC-F472-4683-9D93-A9C84E2D3383}" destId="{CEE5724D-F9BF-4FCB-A0FA-B94D87A5EF35}" srcOrd="4" destOrd="0" parTransId="{F1D1AC5C-38B6-4132-A117-D847E8FE0DFE}" sibTransId="{0365ABA2-9B79-4149-BE2F-73D735F3A4C7}"/>
    <dgm:cxn modelId="{8B9C5BE7-464D-4C46-990A-270E3E9732E4}" srcId="{1E25ACAC-F472-4683-9D93-A9C84E2D3383}" destId="{B8BA167B-2843-4D99-AFA5-95F8164C1FFE}" srcOrd="3" destOrd="0" parTransId="{B6A5DE47-0887-446A-95F2-D0DE4F460552}" sibTransId="{0FF4CA1B-93A3-4159-8EF7-E892BD60B2F1}"/>
    <dgm:cxn modelId="{9B214C9A-DDD3-48E3-BCF1-9ECEB19F3ABB}" type="presParOf" srcId="{DC8559C4-587C-4BB8-A872-78AE3DB83960}" destId="{3B0E19FC-E3C0-4138-9A48-BC0D2424E1E4}" srcOrd="0" destOrd="0" presId="urn:microsoft.com/office/officeart/2009/3/layout/StepUpProcess"/>
    <dgm:cxn modelId="{8364BC68-83EE-4876-99C0-BB47052A94E4}" type="presParOf" srcId="{3B0E19FC-E3C0-4138-9A48-BC0D2424E1E4}" destId="{C812CB3C-0340-43CF-A198-8CED48458631}" srcOrd="0" destOrd="0" presId="urn:microsoft.com/office/officeart/2009/3/layout/StepUpProcess"/>
    <dgm:cxn modelId="{1DFD21EA-6D00-4163-857E-169AF618E601}" type="presParOf" srcId="{3B0E19FC-E3C0-4138-9A48-BC0D2424E1E4}" destId="{B8B1D505-CF74-4719-ACF9-459B767E3307}" srcOrd="1" destOrd="0" presId="urn:microsoft.com/office/officeart/2009/3/layout/StepUpProcess"/>
    <dgm:cxn modelId="{9D37E578-7E23-4CFA-B736-941088BB07DC}" type="presParOf" srcId="{3B0E19FC-E3C0-4138-9A48-BC0D2424E1E4}" destId="{8CB1DA42-4248-472D-A039-1A258F25934A}" srcOrd="2" destOrd="0" presId="urn:microsoft.com/office/officeart/2009/3/layout/StepUpProcess"/>
    <dgm:cxn modelId="{A340DC0C-82CE-4998-B260-D3620DE61BE2}" type="presParOf" srcId="{DC8559C4-587C-4BB8-A872-78AE3DB83960}" destId="{A9457D96-B755-4312-B27A-14F92B2492B9}" srcOrd="1" destOrd="0" presId="urn:microsoft.com/office/officeart/2009/3/layout/StepUpProcess"/>
    <dgm:cxn modelId="{87869829-1CB7-4C96-AC7D-26E77B2AD0D7}" type="presParOf" srcId="{A9457D96-B755-4312-B27A-14F92B2492B9}" destId="{E5D7204D-EFBE-4570-AA30-56B2B06D3729}" srcOrd="0" destOrd="0" presId="urn:microsoft.com/office/officeart/2009/3/layout/StepUpProcess"/>
    <dgm:cxn modelId="{331702AF-0848-4F95-B315-BFF777CF7E2C}" type="presParOf" srcId="{DC8559C4-587C-4BB8-A872-78AE3DB83960}" destId="{E54F54BD-4AEB-4DFA-B3DC-D928BE0BA9AA}" srcOrd="2" destOrd="0" presId="urn:microsoft.com/office/officeart/2009/3/layout/StepUpProcess"/>
    <dgm:cxn modelId="{DDA697BB-3197-44E8-87D3-845305F9F4A9}" type="presParOf" srcId="{E54F54BD-4AEB-4DFA-B3DC-D928BE0BA9AA}" destId="{21B4FA9E-32F9-46C1-9FF7-CBD2CE92CD42}" srcOrd="0" destOrd="0" presId="urn:microsoft.com/office/officeart/2009/3/layout/StepUpProcess"/>
    <dgm:cxn modelId="{712CA0F1-6501-4E7D-BF36-7D81A3F4CF00}" type="presParOf" srcId="{E54F54BD-4AEB-4DFA-B3DC-D928BE0BA9AA}" destId="{6C1F6867-68E1-43FE-B352-330C8C101CC0}" srcOrd="1" destOrd="0" presId="urn:microsoft.com/office/officeart/2009/3/layout/StepUpProcess"/>
    <dgm:cxn modelId="{A8013C13-5021-4643-9F09-D26D5C8E217D}" type="presParOf" srcId="{E54F54BD-4AEB-4DFA-B3DC-D928BE0BA9AA}" destId="{510F7C7B-EB4A-4A1C-9855-9724ABA5C69D}" srcOrd="2" destOrd="0" presId="urn:microsoft.com/office/officeart/2009/3/layout/StepUpProcess"/>
    <dgm:cxn modelId="{EB3BFA7A-DCD4-422E-AB3D-E0C4C18ED273}" type="presParOf" srcId="{DC8559C4-587C-4BB8-A872-78AE3DB83960}" destId="{C6CF9954-EE6F-4016-ABFE-AEFBC3D0FBB6}" srcOrd="3" destOrd="0" presId="urn:microsoft.com/office/officeart/2009/3/layout/StepUpProcess"/>
    <dgm:cxn modelId="{BC74CA1D-DF1C-493B-9023-F2837BA0BD3E}" type="presParOf" srcId="{C6CF9954-EE6F-4016-ABFE-AEFBC3D0FBB6}" destId="{FA3B2954-05B0-44A2-9C31-6E38DBF051B0}" srcOrd="0" destOrd="0" presId="urn:microsoft.com/office/officeart/2009/3/layout/StepUpProcess"/>
    <dgm:cxn modelId="{7B5DC4BA-ACCD-476F-8C78-B0F4338C66C4}" type="presParOf" srcId="{DC8559C4-587C-4BB8-A872-78AE3DB83960}" destId="{8D7622A8-1532-47BD-B6F8-8A1EB7924DD0}" srcOrd="4" destOrd="0" presId="urn:microsoft.com/office/officeart/2009/3/layout/StepUpProcess"/>
    <dgm:cxn modelId="{59F56EE4-C408-4C29-A8B3-71D81C9A5E94}" type="presParOf" srcId="{8D7622A8-1532-47BD-B6F8-8A1EB7924DD0}" destId="{C8400550-72AC-4E67-B438-B3D39895F942}" srcOrd="0" destOrd="0" presId="urn:microsoft.com/office/officeart/2009/3/layout/StepUpProcess"/>
    <dgm:cxn modelId="{267000DA-6CCE-4B3B-9DAE-3E14E2792745}" type="presParOf" srcId="{8D7622A8-1532-47BD-B6F8-8A1EB7924DD0}" destId="{83159A42-36AD-480F-8CB9-15DDDF45A5B9}" srcOrd="1" destOrd="0" presId="urn:microsoft.com/office/officeart/2009/3/layout/StepUpProcess"/>
    <dgm:cxn modelId="{F769EABB-0FD2-4A06-9BBC-14A2FE874865}" type="presParOf" srcId="{8D7622A8-1532-47BD-B6F8-8A1EB7924DD0}" destId="{42AA2FE6-FBE5-4BCF-A215-9F4E63E2F49B}" srcOrd="2" destOrd="0" presId="urn:microsoft.com/office/officeart/2009/3/layout/StepUpProcess"/>
    <dgm:cxn modelId="{85997141-ED07-4C4D-8354-6B9D2B2A9D39}" type="presParOf" srcId="{DC8559C4-587C-4BB8-A872-78AE3DB83960}" destId="{19B74EE6-E2C3-47FB-A4EC-B0703AF9552A}" srcOrd="5" destOrd="0" presId="urn:microsoft.com/office/officeart/2009/3/layout/StepUpProcess"/>
    <dgm:cxn modelId="{68DCE648-03C7-471E-B0DE-7509D16476C2}" type="presParOf" srcId="{19B74EE6-E2C3-47FB-A4EC-B0703AF9552A}" destId="{5812B38B-7435-4B46-9764-558D93BDC873}" srcOrd="0" destOrd="0" presId="urn:microsoft.com/office/officeart/2009/3/layout/StepUpProcess"/>
    <dgm:cxn modelId="{1116C95A-8A92-4565-A87C-CF409BB70E75}" type="presParOf" srcId="{DC8559C4-587C-4BB8-A872-78AE3DB83960}" destId="{704C9AAB-A2B2-4C67-A154-33DD6CFB38D7}" srcOrd="6" destOrd="0" presId="urn:microsoft.com/office/officeart/2009/3/layout/StepUpProcess"/>
    <dgm:cxn modelId="{77CF5484-E421-4E05-B5CB-93E648D074C3}" type="presParOf" srcId="{704C9AAB-A2B2-4C67-A154-33DD6CFB38D7}" destId="{F762376B-644B-4B72-9135-221DE759BA2E}" srcOrd="0" destOrd="0" presId="urn:microsoft.com/office/officeart/2009/3/layout/StepUpProcess"/>
    <dgm:cxn modelId="{6CBCF01A-75E5-4593-9EF1-0CC262973F32}" type="presParOf" srcId="{704C9AAB-A2B2-4C67-A154-33DD6CFB38D7}" destId="{494AA2A5-1B1D-4382-84C9-E3728AC4FA9F}" srcOrd="1" destOrd="0" presId="urn:microsoft.com/office/officeart/2009/3/layout/StepUpProcess"/>
    <dgm:cxn modelId="{BC547817-AA78-4DE4-B1E0-28E50DEB6F0F}" type="presParOf" srcId="{704C9AAB-A2B2-4C67-A154-33DD6CFB38D7}" destId="{7A8BFC57-D786-4878-8322-B34F9DB4F54F}" srcOrd="2" destOrd="0" presId="urn:microsoft.com/office/officeart/2009/3/layout/StepUpProcess"/>
    <dgm:cxn modelId="{71C421BC-36CB-4E78-AEFA-38A2D52F038B}" type="presParOf" srcId="{DC8559C4-587C-4BB8-A872-78AE3DB83960}" destId="{5575A885-F650-4776-A2C5-B60360E50E1D}" srcOrd="7" destOrd="0" presId="urn:microsoft.com/office/officeart/2009/3/layout/StepUpProcess"/>
    <dgm:cxn modelId="{4A995019-C6DD-44EC-832B-F3AF718022C9}" type="presParOf" srcId="{5575A885-F650-4776-A2C5-B60360E50E1D}" destId="{D8EBF089-B62F-4439-ADF6-9E2ACD7B0D1A}" srcOrd="0" destOrd="0" presId="urn:microsoft.com/office/officeart/2009/3/layout/StepUpProcess"/>
    <dgm:cxn modelId="{FB5732F1-9E90-4804-AFFB-F818AB7A658E}" type="presParOf" srcId="{DC8559C4-587C-4BB8-A872-78AE3DB83960}" destId="{BA72CBFE-E8C0-469E-8A4A-2756415740FC}" srcOrd="8" destOrd="0" presId="urn:microsoft.com/office/officeart/2009/3/layout/StepUpProcess"/>
    <dgm:cxn modelId="{D25E0994-87F8-467D-A91B-C61197015B82}" type="presParOf" srcId="{BA72CBFE-E8C0-469E-8A4A-2756415740FC}" destId="{27FA66C9-B787-449A-A989-19441E9EAD5B}" srcOrd="0" destOrd="0" presId="urn:microsoft.com/office/officeart/2009/3/layout/StepUpProcess"/>
    <dgm:cxn modelId="{9C3AA463-63DD-495E-A499-AACA5DF7AFA6}" type="presParOf" srcId="{BA72CBFE-E8C0-469E-8A4A-2756415740FC}" destId="{076F701D-F089-4F60-BC5C-045696C09C60}" srcOrd="1" destOrd="0" presId="urn:microsoft.com/office/officeart/2009/3/layout/StepUpProcess"/>
    <dgm:cxn modelId="{D522716C-B20D-40A6-9F30-2009BCC83BB3}" type="presParOf" srcId="{BA72CBFE-E8C0-469E-8A4A-2756415740FC}" destId="{50E75A68-B861-4F09-B3F5-58A68E30711B}" srcOrd="2" destOrd="0" presId="urn:microsoft.com/office/officeart/2009/3/layout/StepUpProcess"/>
    <dgm:cxn modelId="{A19ED6DE-DD64-48EA-8D7C-DAA84A95AC02}" type="presParOf" srcId="{DC8559C4-587C-4BB8-A872-78AE3DB83960}" destId="{BE647094-8634-4AED-879E-20757EDEB1CA}" srcOrd="9" destOrd="0" presId="urn:microsoft.com/office/officeart/2009/3/layout/StepUpProcess"/>
    <dgm:cxn modelId="{58CE4D47-7E51-4857-B89C-71AF42AAD61E}" type="presParOf" srcId="{BE647094-8634-4AED-879E-20757EDEB1CA}" destId="{A40A3248-83B9-4992-A48B-C6AF46EE373E}" srcOrd="0" destOrd="0" presId="urn:microsoft.com/office/officeart/2009/3/layout/StepUpProcess"/>
    <dgm:cxn modelId="{D23B370C-2BE5-48A3-B8A9-E163704C6A15}" type="presParOf" srcId="{DC8559C4-587C-4BB8-A872-78AE3DB83960}" destId="{7843ABB2-801E-45C4-9DAC-A0E16BF92032}" srcOrd="10" destOrd="0" presId="urn:microsoft.com/office/officeart/2009/3/layout/StepUpProcess"/>
    <dgm:cxn modelId="{8C918004-411D-4B7A-9FD1-C931B5888E81}" type="presParOf" srcId="{7843ABB2-801E-45C4-9DAC-A0E16BF92032}" destId="{193D7A29-E9C8-416A-818F-3B37F0790590}" srcOrd="0" destOrd="0" presId="urn:microsoft.com/office/officeart/2009/3/layout/StepUpProcess"/>
    <dgm:cxn modelId="{43A12AA0-4FF9-4E8B-9E65-9DDFA580D753}" type="presParOf" srcId="{7843ABB2-801E-45C4-9DAC-A0E16BF92032}" destId="{13B05E4F-D54C-4634-A8D4-7CD053159DE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1E02BC9-B8FC-4E37-93A4-6631F92DE7A6}" type="doc">
      <dgm:prSet loTypeId="urn:microsoft.com/office/officeart/2005/8/layout/arrow2" loCatId="process" qsTypeId="urn:microsoft.com/office/officeart/2005/8/quickstyle/simple4" qsCatId="simple" csTypeId="urn:microsoft.com/office/officeart/2005/8/colors/accent1_2" csCatId="accent1" phldr="1"/>
      <dgm:spPr/>
    </dgm:pt>
    <dgm:pt modelId="{BD1B6682-5845-48DF-9AD3-EC2E5168B486}">
      <dgm:prSet phldrT="[Text]" custT="1"/>
      <dgm:spPr/>
      <dgm:t>
        <a:bodyPr/>
        <a:lstStyle/>
        <a:p>
          <a:pPr algn="ctr" rtl="1">
            <a:lnSpc>
              <a:spcPts val="4200"/>
            </a:lnSpc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قبل از خرید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189C903-CBAF-4669-B8D3-F2022425E16F}" type="parTrans" cxnId="{13AE96FA-F7E4-4611-A012-5D8A748C49CD}">
      <dgm:prSet/>
      <dgm:spPr/>
      <dgm:t>
        <a:bodyPr/>
        <a:lstStyle/>
        <a:p>
          <a:pPr rtl="1"/>
          <a:endParaRPr lang="en-US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21089E1C-49E3-4E86-92CA-656735258220}" type="sibTrans" cxnId="{13AE96FA-F7E4-4611-A012-5D8A748C49CD}">
      <dgm:prSet/>
      <dgm:spPr/>
      <dgm:t>
        <a:bodyPr/>
        <a:lstStyle/>
        <a:p>
          <a:pPr rtl="1"/>
          <a:endParaRPr lang="en-US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4F7FC75-A0CC-432D-9D30-3C028A9D5D52}">
      <dgm:prSet phldrT="[Text]" custT="1"/>
      <dgm:spPr/>
      <dgm:t>
        <a:bodyPr/>
        <a:lstStyle/>
        <a:p>
          <a:pPr algn="ctr" rtl="1">
            <a:lnSpc>
              <a:spcPts val="4200"/>
            </a:lnSpc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حین خرید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B895C14-5FF0-408F-86D4-4905777C8AC1}" type="parTrans" cxnId="{B06C134A-3CF3-4212-985D-5A29AD3B74F4}">
      <dgm:prSet/>
      <dgm:spPr/>
      <dgm:t>
        <a:bodyPr/>
        <a:lstStyle/>
        <a:p>
          <a:pPr rtl="1"/>
          <a:endParaRPr lang="en-US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04AE310-0220-4B14-8740-084F3ECDE8F0}" type="sibTrans" cxnId="{B06C134A-3CF3-4212-985D-5A29AD3B74F4}">
      <dgm:prSet/>
      <dgm:spPr/>
      <dgm:t>
        <a:bodyPr/>
        <a:lstStyle/>
        <a:p>
          <a:pPr rtl="1"/>
          <a:endParaRPr lang="en-US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AE87ACF-7037-408B-AD4F-A13199D2B562}">
      <dgm:prSet phldrT="[Text]" custT="1"/>
      <dgm:spPr/>
      <dgm:t>
        <a:bodyPr/>
        <a:lstStyle/>
        <a:p>
          <a:pPr algn="ctr" rtl="1">
            <a:lnSpc>
              <a:spcPts val="4200"/>
            </a:lnSpc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پس از خرید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FC94530-375B-4929-9F3C-48CF4CB161BC}" type="parTrans" cxnId="{AD572631-DDD9-45E1-B007-3E4B99D5F4A0}">
      <dgm:prSet/>
      <dgm:spPr/>
      <dgm:t>
        <a:bodyPr/>
        <a:lstStyle/>
        <a:p>
          <a:pPr rtl="1"/>
          <a:endParaRPr lang="en-US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DFC08309-8D94-456C-BDB5-C96153955A4C}" type="sibTrans" cxnId="{AD572631-DDD9-45E1-B007-3E4B99D5F4A0}">
      <dgm:prSet/>
      <dgm:spPr/>
      <dgm:t>
        <a:bodyPr/>
        <a:lstStyle/>
        <a:p>
          <a:pPr rtl="1"/>
          <a:endParaRPr lang="en-US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7A7D501-10CE-4039-B7D7-6929417DD45E}" type="pres">
      <dgm:prSet presAssocID="{91E02BC9-B8FC-4E37-93A4-6631F92DE7A6}" presName="arrowDiagram" presStyleCnt="0">
        <dgm:presLayoutVars>
          <dgm:chMax val="5"/>
          <dgm:dir/>
          <dgm:resizeHandles val="exact"/>
        </dgm:presLayoutVars>
      </dgm:prSet>
      <dgm:spPr/>
    </dgm:pt>
    <dgm:pt modelId="{6FCA0450-BC9E-4E48-8863-A9DD29997A17}" type="pres">
      <dgm:prSet presAssocID="{91E02BC9-B8FC-4E37-93A4-6631F92DE7A6}" presName="arrow" presStyleLbl="bgShp" presStyleIdx="0" presStyleCnt="1"/>
      <dgm:spPr>
        <a:solidFill>
          <a:srgbClr val="C3778F"/>
        </a:solidFill>
      </dgm:spPr>
    </dgm:pt>
    <dgm:pt modelId="{4F16E7AD-49BE-4FF3-839D-45FCD22ECB68}" type="pres">
      <dgm:prSet presAssocID="{91E02BC9-B8FC-4E37-93A4-6631F92DE7A6}" presName="arrowDiagram3" presStyleCnt="0"/>
      <dgm:spPr/>
    </dgm:pt>
    <dgm:pt modelId="{758AC4DD-95E9-4FF1-9206-F8A187CF4364}" type="pres">
      <dgm:prSet presAssocID="{BD1B6682-5845-48DF-9AD3-EC2E5168B486}" presName="bullet3a" presStyleLbl="node1" presStyleIdx="0" presStyleCnt="3"/>
      <dgm:spPr/>
    </dgm:pt>
    <dgm:pt modelId="{C81046E6-2D27-443B-AC4D-CCC51DDFEEF7}" type="pres">
      <dgm:prSet presAssocID="{BD1B6682-5845-48DF-9AD3-EC2E5168B486}" presName="textBox3a" presStyleLbl="revTx" presStyleIdx="0" presStyleCnt="3" custScaleX="120412" custScaleY="75222" custLinFactNeighborX="-16142" custLinFactNeighborY="4165">
        <dgm:presLayoutVars>
          <dgm:bulletEnabled val="1"/>
        </dgm:presLayoutVars>
      </dgm:prSet>
      <dgm:spPr/>
    </dgm:pt>
    <dgm:pt modelId="{1E1BE295-DA99-48AB-860E-993840958087}" type="pres">
      <dgm:prSet presAssocID="{84F7FC75-A0CC-432D-9D30-3C028A9D5D52}" presName="bullet3b" presStyleLbl="node1" presStyleIdx="1" presStyleCnt="3"/>
      <dgm:spPr/>
    </dgm:pt>
    <dgm:pt modelId="{2E26E9E1-2F92-4ABC-8B3F-621B32F3BC70}" type="pres">
      <dgm:prSet presAssocID="{84F7FC75-A0CC-432D-9D30-3C028A9D5D52}" presName="textBox3b" presStyleLbl="revTx" presStyleIdx="1" presStyleCnt="3" custScaleX="85739" custScaleY="38164" custLinFactNeighborX="-29462" custLinFactNeighborY="-13717">
        <dgm:presLayoutVars>
          <dgm:bulletEnabled val="1"/>
        </dgm:presLayoutVars>
      </dgm:prSet>
      <dgm:spPr/>
    </dgm:pt>
    <dgm:pt modelId="{E81D49AF-67C5-4194-8827-73784DBC99C4}" type="pres">
      <dgm:prSet presAssocID="{FAE87ACF-7037-408B-AD4F-A13199D2B562}" presName="bullet3c" presStyleLbl="node1" presStyleIdx="2" presStyleCnt="3"/>
      <dgm:spPr/>
    </dgm:pt>
    <dgm:pt modelId="{93A10B7C-C4A0-4110-A5B3-C83B7C55218D}" type="pres">
      <dgm:prSet presAssocID="{FAE87ACF-7037-408B-AD4F-A13199D2B562}" presName="textBox3c" presStyleLbl="revTx" presStyleIdx="2" presStyleCnt="3" custScaleX="110552" custScaleY="57053" custLinFactNeighborX="-25699" custLinFactNeighborY="-8792">
        <dgm:presLayoutVars>
          <dgm:bulletEnabled val="1"/>
        </dgm:presLayoutVars>
      </dgm:prSet>
      <dgm:spPr/>
    </dgm:pt>
  </dgm:ptLst>
  <dgm:cxnLst>
    <dgm:cxn modelId="{AD572631-DDD9-45E1-B007-3E4B99D5F4A0}" srcId="{91E02BC9-B8FC-4E37-93A4-6631F92DE7A6}" destId="{FAE87ACF-7037-408B-AD4F-A13199D2B562}" srcOrd="2" destOrd="0" parTransId="{6FC94530-375B-4929-9F3C-48CF4CB161BC}" sibTransId="{DFC08309-8D94-456C-BDB5-C96153955A4C}"/>
    <dgm:cxn modelId="{79F71E34-5F6C-4A6E-A93E-0B03341E5FAB}" type="presOf" srcId="{BD1B6682-5845-48DF-9AD3-EC2E5168B486}" destId="{C81046E6-2D27-443B-AC4D-CCC51DDFEEF7}" srcOrd="0" destOrd="0" presId="urn:microsoft.com/office/officeart/2005/8/layout/arrow2"/>
    <dgm:cxn modelId="{7BF2B461-C4CA-4978-808D-BC7CB4BC676D}" type="presOf" srcId="{FAE87ACF-7037-408B-AD4F-A13199D2B562}" destId="{93A10B7C-C4A0-4110-A5B3-C83B7C55218D}" srcOrd="0" destOrd="0" presId="urn:microsoft.com/office/officeart/2005/8/layout/arrow2"/>
    <dgm:cxn modelId="{B06C134A-3CF3-4212-985D-5A29AD3B74F4}" srcId="{91E02BC9-B8FC-4E37-93A4-6631F92DE7A6}" destId="{84F7FC75-A0CC-432D-9D30-3C028A9D5D52}" srcOrd="1" destOrd="0" parTransId="{8B895C14-5FF0-408F-86D4-4905777C8AC1}" sibTransId="{C04AE310-0220-4B14-8740-084F3ECDE8F0}"/>
    <dgm:cxn modelId="{37ACA77C-F8E2-4F57-ADA9-35637F471DBA}" type="presOf" srcId="{91E02BC9-B8FC-4E37-93A4-6631F92DE7A6}" destId="{B7A7D501-10CE-4039-B7D7-6929417DD45E}" srcOrd="0" destOrd="0" presId="urn:microsoft.com/office/officeart/2005/8/layout/arrow2"/>
    <dgm:cxn modelId="{564BB096-F177-4DC5-B96F-8D553C8B7E78}" type="presOf" srcId="{84F7FC75-A0CC-432D-9D30-3C028A9D5D52}" destId="{2E26E9E1-2F92-4ABC-8B3F-621B32F3BC70}" srcOrd="0" destOrd="0" presId="urn:microsoft.com/office/officeart/2005/8/layout/arrow2"/>
    <dgm:cxn modelId="{13AE96FA-F7E4-4611-A012-5D8A748C49CD}" srcId="{91E02BC9-B8FC-4E37-93A4-6631F92DE7A6}" destId="{BD1B6682-5845-48DF-9AD3-EC2E5168B486}" srcOrd="0" destOrd="0" parTransId="{B189C903-CBAF-4669-B8D3-F2022425E16F}" sibTransId="{21089E1C-49E3-4E86-92CA-656735258220}"/>
    <dgm:cxn modelId="{44134A64-5DDA-4AD2-8115-F59C8FD5FCBA}" type="presParOf" srcId="{B7A7D501-10CE-4039-B7D7-6929417DD45E}" destId="{6FCA0450-BC9E-4E48-8863-A9DD29997A17}" srcOrd="0" destOrd="0" presId="urn:microsoft.com/office/officeart/2005/8/layout/arrow2"/>
    <dgm:cxn modelId="{99B26D18-A4B8-47A5-9F26-0881D2E31905}" type="presParOf" srcId="{B7A7D501-10CE-4039-B7D7-6929417DD45E}" destId="{4F16E7AD-49BE-4FF3-839D-45FCD22ECB68}" srcOrd="1" destOrd="0" presId="urn:microsoft.com/office/officeart/2005/8/layout/arrow2"/>
    <dgm:cxn modelId="{2FD22832-2595-4F05-A895-A0DC9EC933B6}" type="presParOf" srcId="{4F16E7AD-49BE-4FF3-839D-45FCD22ECB68}" destId="{758AC4DD-95E9-4FF1-9206-F8A187CF4364}" srcOrd="0" destOrd="0" presId="urn:microsoft.com/office/officeart/2005/8/layout/arrow2"/>
    <dgm:cxn modelId="{99A5AE72-6DAF-438E-94D0-0B4DF7387BC3}" type="presParOf" srcId="{4F16E7AD-49BE-4FF3-839D-45FCD22ECB68}" destId="{C81046E6-2D27-443B-AC4D-CCC51DDFEEF7}" srcOrd="1" destOrd="0" presId="urn:microsoft.com/office/officeart/2005/8/layout/arrow2"/>
    <dgm:cxn modelId="{757FB26B-A20C-4F76-A475-D49BFCBFFAD3}" type="presParOf" srcId="{4F16E7AD-49BE-4FF3-839D-45FCD22ECB68}" destId="{1E1BE295-DA99-48AB-860E-993840958087}" srcOrd="2" destOrd="0" presId="urn:microsoft.com/office/officeart/2005/8/layout/arrow2"/>
    <dgm:cxn modelId="{6FEFDA47-4E4D-4C21-9F24-A4B4A98F5282}" type="presParOf" srcId="{4F16E7AD-49BE-4FF3-839D-45FCD22ECB68}" destId="{2E26E9E1-2F92-4ABC-8B3F-621B32F3BC70}" srcOrd="3" destOrd="0" presId="urn:microsoft.com/office/officeart/2005/8/layout/arrow2"/>
    <dgm:cxn modelId="{1D06C407-AF20-4291-9B74-1A253588A576}" type="presParOf" srcId="{4F16E7AD-49BE-4FF3-839D-45FCD22ECB68}" destId="{E81D49AF-67C5-4194-8827-73784DBC99C4}" srcOrd="4" destOrd="0" presId="urn:microsoft.com/office/officeart/2005/8/layout/arrow2"/>
    <dgm:cxn modelId="{35E42DED-30D4-47C8-9FFC-40481980A732}" type="presParOf" srcId="{4F16E7AD-49BE-4FF3-839D-45FCD22ECB68}" destId="{93A10B7C-C4A0-4110-A5B3-C83B7C55218D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BBCC63D-0AB5-42B8-B0D2-3379EEA0424C}" type="doc">
      <dgm:prSet loTypeId="urn:microsoft.com/office/officeart/2005/8/layout/pyramid2" loCatId="pyramid" qsTypeId="urn:microsoft.com/office/officeart/2005/8/quickstyle/simple4" qsCatId="simple" csTypeId="urn:microsoft.com/office/officeart/2005/8/colors/accent1_2" csCatId="accent1" phldr="1"/>
      <dgm:spPr/>
    </dgm:pt>
    <dgm:pt modelId="{982E45D3-CD03-4955-BE0F-60D7D01ECADE}">
      <dgm:prSet phldrT="[Text]" custT="1"/>
      <dgm:spPr>
        <a:solidFill>
          <a:srgbClr val="B9BFE1">
            <a:alpha val="90000"/>
          </a:srgbClr>
        </a:solidFill>
        <a:ln>
          <a:noFill/>
        </a:ln>
      </dgm:spPr>
      <dgm:t>
        <a:bodyPr/>
        <a:lstStyle/>
        <a:p>
          <a:pPr rtl="1"/>
          <a:r>
            <a:rPr lang="ar-SA" sz="2400" b="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30 درصد علاقمند هستند ولی شک دارند</a:t>
          </a:r>
          <a:endParaRPr lang="en-US" sz="2400" b="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gm:t>
    </dgm:pt>
    <dgm:pt modelId="{39D29043-9F88-409B-AA30-69C108B993C3}" type="parTrans" cxnId="{904DEDE8-5D3A-4FC6-940C-03F382375F89}">
      <dgm:prSet/>
      <dgm:spPr/>
      <dgm:t>
        <a:bodyPr/>
        <a:lstStyle/>
        <a:p>
          <a:pPr rtl="1"/>
          <a:endParaRPr lang="en-US"/>
        </a:p>
      </dgm:t>
    </dgm:pt>
    <dgm:pt modelId="{7C7B9B0A-EB14-478B-9390-E80741130D09}" type="sibTrans" cxnId="{904DEDE8-5D3A-4FC6-940C-03F382375F89}">
      <dgm:prSet/>
      <dgm:spPr/>
      <dgm:t>
        <a:bodyPr/>
        <a:lstStyle/>
        <a:p>
          <a:pPr rtl="1"/>
          <a:endParaRPr lang="en-US"/>
        </a:p>
      </dgm:t>
    </dgm:pt>
    <dgm:pt modelId="{F09503D4-F10B-4580-B321-5A59A9BA9A23}">
      <dgm:prSet phldrT="[Text]" custT="1"/>
      <dgm:spPr>
        <a:solidFill>
          <a:srgbClr val="B9BFE1">
            <a:alpha val="90000"/>
          </a:srgbClr>
        </a:solidFill>
        <a:ln>
          <a:noFill/>
        </a:ln>
      </dgm:spPr>
      <dgm:t>
        <a:bodyPr/>
        <a:lstStyle/>
        <a:p>
          <a:pPr rtl="1"/>
          <a:r>
            <a:rPr lang="ar-SA" sz="2400" b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3 درصد بسیار مشتاق به خرید</a:t>
          </a:r>
          <a:endParaRPr lang="en-US" sz="2400" b="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gm:t>
    </dgm:pt>
    <dgm:pt modelId="{7A7434E1-303B-4B1C-BC43-F84DA2193F95}" type="parTrans" cxnId="{96D83F8B-EDA3-489B-9176-3F73922D8966}">
      <dgm:prSet/>
      <dgm:spPr/>
      <dgm:t>
        <a:bodyPr/>
        <a:lstStyle/>
        <a:p>
          <a:pPr rtl="1"/>
          <a:endParaRPr lang="en-US"/>
        </a:p>
      </dgm:t>
    </dgm:pt>
    <dgm:pt modelId="{54650EF7-2C06-4063-A56D-44B4584A70D8}" type="sibTrans" cxnId="{96D83F8B-EDA3-489B-9176-3F73922D8966}">
      <dgm:prSet/>
      <dgm:spPr/>
      <dgm:t>
        <a:bodyPr/>
        <a:lstStyle/>
        <a:p>
          <a:pPr rtl="1"/>
          <a:endParaRPr lang="en-US"/>
        </a:p>
      </dgm:t>
    </dgm:pt>
    <dgm:pt modelId="{A8453EAD-79A8-4C98-9E66-949DAEF197E8}">
      <dgm:prSet phldrT="[Text]" custT="1"/>
      <dgm:spPr>
        <a:solidFill>
          <a:srgbClr val="B9BFE1">
            <a:alpha val="90000"/>
          </a:srgbClr>
        </a:solidFill>
        <a:ln>
          <a:noFill/>
        </a:ln>
      </dgm:spPr>
      <dgm:t>
        <a:bodyPr/>
        <a:lstStyle/>
        <a:p>
          <a:pPr rtl="1"/>
          <a:r>
            <a:rPr lang="ar-SA" sz="2400" b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7 درصد آماده خرید</a:t>
          </a:r>
          <a:endParaRPr lang="en-US" sz="2400" b="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gm:t>
    </dgm:pt>
    <dgm:pt modelId="{C45F50D9-4B72-46EC-B030-34E6A6C8FBC9}" type="parTrans" cxnId="{1DE24DE5-E0D9-48B9-B9AC-B149EDA6F928}">
      <dgm:prSet/>
      <dgm:spPr/>
      <dgm:t>
        <a:bodyPr/>
        <a:lstStyle/>
        <a:p>
          <a:pPr rtl="1"/>
          <a:endParaRPr lang="en-US"/>
        </a:p>
      </dgm:t>
    </dgm:pt>
    <dgm:pt modelId="{CDB8F41E-BC02-4775-80EE-CB207160C665}" type="sibTrans" cxnId="{1DE24DE5-E0D9-48B9-B9AC-B149EDA6F928}">
      <dgm:prSet/>
      <dgm:spPr/>
      <dgm:t>
        <a:bodyPr/>
        <a:lstStyle/>
        <a:p>
          <a:pPr rtl="1"/>
          <a:endParaRPr lang="en-US"/>
        </a:p>
      </dgm:t>
    </dgm:pt>
    <dgm:pt modelId="{B99E4466-41A8-4B97-8FD7-7EC84DBC19DA}">
      <dgm:prSet phldrT="[Text]" custT="1"/>
      <dgm:spPr>
        <a:solidFill>
          <a:srgbClr val="B9BFE1">
            <a:alpha val="90000"/>
          </a:srgbClr>
        </a:solidFill>
        <a:ln>
          <a:noFill/>
        </a:ln>
      </dgm:spPr>
      <dgm:t>
        <a:bodyPr/>
        <a:lstStyle/>
        <a:p>
          <a:pPr rtl="1"/>
          <a:r>
            <a:rPr lang="ar-SA" sz="2400" b="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30 درصد علاقمند نیستند/ نمیدانند مشکلی وجود دارد</a:t>
          </a:r>
          <a:endParaRPr lang="en-US" sz="2400" b="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gm:t>
    </dgm:pt>
    <dgm:pt modelId="{1EB7CD0F-754C-4D47-A37B-C2668516E6E4}" type="parTrans" cxnId="{2BE6C45D-BB35-4D96-A4B5-C70EF8B96626}">
      <dgm:prSet/>
      <dgm:spPr/>
      <dgm:t>
        <a:bodyPr/>
        <a:lstStyle/>
        <a:p>
          <a:pPr rtl="1"/>
          <a:endParaRPr lang="en-US"/>
        </a:p>
      </dgm:t>
    </dgm:pt>
    <dgm:pt modelId="{620328EE-61E8-40DD-835E-DA31EC4AA521}" type="sibTrans" cxnId="{2BE6C45D-BB35-4D96-A4B5-C70EF8B96626}">
      <dgm:prSet/>
      <dgm:spPr/>
      <dgm:t>
        <a:bodyPr/>
        <a:lstStyle/>
        <a:p>
          <a:pPr rtl="1"/>
          <a:endParaRPr lang="en-US"/>
        </a:p>
      </dgm:t>
    </dgm:pt>
    <dgm:pt modelId="{6B8809A3-B5B3-4110-9CB5-A55CC0AE5936}">
      <dgm:prSet phldrT="[Text]" custT="1"/>
      <dgm:spPr>
        <a:solidFill>
          <a:srgbClr val="B9BFE1">
            <a:alpha val="90000"/>
          </a:srgbClr>
        </a:solidFill>
        <a:ln>
          <a:noFill/>
        </a:ln>
      </dgm:spPr>
      <dgm:t>
        <a:bodyPr/>
        <a:lstStyle/>
        <a:p>
          <a:pPr rtl="1">
            <a:buSzPts val="1000"/>
            <a:buFont typeface="Courier New" panose="02070309020205020404" pitchFamily="49" charset="0"/>
            <a:buNone/>
          </a:pPr>
          <a:r>
            <a:rPr lang="ar-SA" sz="2400" b="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30 درصد حتی رایگان</a:t>
          </a:r>
          <a:r>
            <a:rPr lang="fa-IR" sz="2400" b="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 هم</a:t>
          </a:r>
          <a:r>
            <a:rPr lang="ar-SA" sz="2400" b="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 نخواهند خرید</a:t>
          </a:r>
          <a:endParaRPr lang="en-US" sz="2400" b="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gm:t>
    </dgm:pt>
    <dgm:pt modelId="{F9AFBE07-CDA7-4D15-AB87-6F200024E22D}" type="parTrans" cxnId="{2205A714-37B9-4C8D-B5BF-59CAAC74E9B7}">
      <dgm:prSet/>
      <dgm:spPr/>
      <dgm:t>
        <a:bodyPr/>
        <a:lstStyle/>
        <a:p>
          <a:pPr rtl="1"/>
          <a:endParaRPr lang="en-US"/>
        </a:p>
      </dgm:t>
    </dgm:pt>
    <dgm:pt modelId="{C65B968E-82E2-4965-8AA7-AE4AADA6F5BC}" type="sibTrans" cxnId="{2205A714-37B9-4C8D-B5BF-59CAAC74E9B7}">
      <dgm:prSet/>
      <dgm:spPr/>
      <dgm:t>
        <a:bodyPr/>
        <a:lstStyle/>
        <a:p>
          <a:pPr rtl="1"/>
          <a:endParaRPr lang="en-US"/>
        </a:p>
      </dgm:t>
    </dgm:pt>
    <dgm:pt modelId="{011C1C23-1E9B-4F3D-9940-D66001C9A820}" type="pres">
      <dgm:prSet presAssocID="{7BBCC63D-0AB5-42B8-B0D2-3379EEA0424C}" presName="compositeShape" presStyleCnt="0">
        <dgm:presLayoutVars>
          <dgm:dir/>
          <dgm:resizeHandles/>
        </dgm:presLayoutVars>
      </dgm:prSet>
      <dgm:spPr/>
    </dgm:pt>
    <dgm:pt modelId="{B5A5D4F4-DEA3-4DB3-A1E2-4654D47DDF6A}" type="pres">
      <dgm:prSet presAssocID="{7BBCC63D-0AB5-42B8-B0D2-3379EEA0424C}" presName="pyramid" presStyleLbl="node1" presStyleIdx="0" presStyleCnt="1" custLinFactNeighborX="-748"/>
      <dgm:spPr>
        <a:solidFill>
          <a:srgbClr val="C3778F"/>
        </a:solidFill>
      </dgm:spPr>
    </dgm:pt>
    <dgm:pt modelId="{C4DDC593-C51C-4FFA-B055-E853FEBCE98D}" type="pres">
      <dgm:prSet presAssocID="{7BBCC63D-0AB5-42B8-B0D2-3379EEA0424C}" presName="theList" presStyleCnt="0"/>
      <dgm:spPr/>
    </dgm:pt>
    <dgm:pt modelId="{C48BDD59-2B7F-4106-A2DF-46422260F98E}" type="pres">
      <dgm:prSet presAssocID="{B99E4466-41A8-4B97-8FD7-7EC84DBC19DA}" presName="aNode" presStyleLbl="fgAcc1" presStyleIdx="0" presStyleCnt="5">
        <dgm:presLayoutVars>
          <dgm:bulletEnabled val="1"/>
        </dgm:presLayoutVars>
      </dgm:prSet>
      <dgm:spPr/>
    </dgm:pt>
    <dgm:pt modelId="{7265F59E-ADE4-4F67-AAA4-FF1733B6C7D2}" type="pres">
      <dgm:prSet presAssocID="{B99E4466-41A8-4B97-8FD7-7EC84DBC19DA}" presName="aSpace" presStyleCnt="0"/>
      <dgm:spPr/>
    </dgm:pt>
    <dgm:pt modelId="{C565654B-A622-4A91-98D7-64902BA7610A}" type="pres">
      <dgm:prSet presAssocID="{6B8809A3-B5B3-4110-9CB5-A55CC0AE5936}" presName="aNode" presStyleLbl="fgAcc1" presStyleIdx="1" presStyleCnt="5">
        <dgm:presLayoutVars>
          <dgm:bulletEnabled val="1"/>
        </dgm:presLayoutVars>
      </dgm:prSet>
      <dgm:spPr/>
    </dgm:pt>
    <dgm:pt modelId="{885C2311-76F6-42D6-9ADB-B12A3E48A0B1}" type="pres">
      <dgm:prSet presAssocID="{6B8809A3-B5B3-4110-9CB5-A55CC0AE5936}" presName="aSpace" presStyleCnt="0"/>
      <dgm:spPr/>
    </dgm:pt>
    <dgm:pt modelId="{BDE8D130-2126-43AE-9CAE-D33E452807D2}" type="pres">
      <dgm:prSet presAssocID="{982E45D3-CD03-4955-BE0F-60D7D01ECADE}" presName="aNode" presStyleLbl="fgAcc1" presStyleIdx="2" presStyleCnt="5">
        <dgm:presLayoutVars>
          <dgm:bulletEnabled val="1"/>
        </dgm:presLayoutVars>
      </dgm:prSet>
      <dgm:spPr/>
    </dgm:pt>
    <dgm:pt modelId="{23635F23-BFDB-4948-9B54-8E5C5C9C0D55}" type="pres">
      <dgm:prSet presAssocID="{982E45D3-CD03-4955-BE0F-60D7D01ECADE}" presName="aSpace" presStyleCnt="0"/>
      <dgm:spPr/>
    </dgm:pt>
    <dgm:pt modelId="{05CC05CB-7FE6-4DFD-84BE-FC58A8DFFCC6}" type="pres">
      <dgm:prSet presAssocID="{F09503D4-F10B-4580-B321-5A59A9BA9A23}" presName="aNode" presStyleLbl="fgAcc1" presStyleIdx="3" presStyleCnt="5">
        <dgm:presLayoutVars>
          <dgm:bulletEnabled val="1"/>
        </dgm:presLayoutVars>
      </dgm:prSet>
      <dgm:spPr/>
    </dgm:pt>
    <dgm:pt modelId="{3ABB0AF7-3A40-4FDC-A271-809D192E9637}" type="pres">
      <dgm:prSet presAssocID="{F09503D4-F10B-4580-B321-5A59A9BA9A23}" presName="aSpace" presStyleCnt="0"/>
      <dgm:spPr/>
    </dgm:pt>
    <dgm:pt modelId="{D0766CC1-2AE7-4690-918A-A0E135F6C332}" type="pres">
      <dgm:prSet presAssocID="{A8453EAD-79A8-4C98-9E66-949DAEF197E8}" presName="aNode" presStyleLbl="fgAcc1" presStyleIdx="4" presStyleCnt="5">
        <dgm:presLayoutVars>
          <dgm:bulletEnabled val="1"/>
        </dgm:presLayoutVars>
      </dgm:prSet>
      <dgm:spPr/>
    </dgm:pt>
    <dgm:pt modelId="{9A755A7D-FF21-4E9E-AE92-633FF884ED10}" type="pres">
      <dgm:prSet presAssocID="{A8453EAD-79A8-4C98-9E66-949DAEF197E8}" presName="aSpace" presStyleCnt="0"/>
      <dgm:spPr/>
    </dgm:pt>
  </dgm:ptLst>
  <dgm:cxnLst>
    <dgm:cxn modelId="{2205A714-37B9-4C8D-B5BF-59CAAC74E9B7}" srcId="{7BBCC63D-0AB5-42B8-B0D2-3379EEA0424C}" destId="{6B8809A3-B5B3-4110-9CB5-A55CC0AE5936}" srcOrd="1" destOrd="0" parTransId="{F9AFBE07-CDA7-4D15-AB87-6F200024E22D}" sibTransId="{C65B968E-82E2-4965-8AA7-AE4AADA6F5BC}"/>
    <dgm:cxn modelId="{E4DF3315-C992-49FD-A1D9-6A8F4F28D9C3}" type="presOf" srcId="{A8453EAD-79A8-4C98-9E66-949DAEF197E8}" destId="{D0766CC1-2AE7-4690-918A-A0E135F6C332}" srcOrd="0" destOrd="0" presId="urn:microsoft.com/office/officeart/2005/8/layout/pyramid2"/>
    <dgm:cxn modelId="{E02CB639-6810-4D58-B46B-D110A0FD4B62}" type="presOf" srcId="{7BBCC63D-0AB5-42B8-B0D2-3379EEA0424C}" destId="{011C1C23-1E9B-4F3D-9940-D66001C9A820}" srcOrd="0" destOrd="0" presId="urn:microsoft.com/office/officeart/2005/8/layout/pyramid2"/>
    <dgm:cxn modelId="{50FF263B-2085-4779-908A-978170831E0C}" type="presOf" srcId="{982E45D3-CD03-4955-BE0F-60D7D01ECADE}" destId="{BDE8D130-2126-43AE-9CAE-D33E452807D2}" srcOrd="0" destOrd="0" presId="urn:microsoft.com/office/officeart/2005/8/layout/pyramid2"/>
    <dgm:cxn modelId="{2BE6C45D-BB35-4D96-A4B5-C70EF8B96626}" srcId="{7BBCC63D-0AB5-42B8-B0D2-3379EEA0424C}" destId="{B99E4466-41A8-4B97-8FD7-7EC84DBC19DA}" srcOrd="0" destOrd="0" parTransId="{1EB7CD0F-754C-4D47-A37B-C2668516E6E4}" sibTransId="{620328EE-61E8-40DD-835E-DA31EC4AA521}"/>
    <dgm:cxn modelId="{96D83F8B-EDA3-489B-9176-3F73922D8966}" srcId="{7BBCC63D-0AB5-42B8-B0D2-3379EEA0424C}" destId="{F09503D4-F10B-4580-B321-5A59A9BA9A23}" srcOrd="3" destOrd="0" parTransId="{7A7434E1-303B-4B1C-BC43-F84DA2193F95}" sibTransId="{54650EF7-2C06-4063-A56D-44B4584A70D8}"/>
    <dgm:cxn modelId="{729D40A6-C405-4411-82FB-ECB35750B144}" type="presOf" srcId="{B99E4466-41A8-4B97-8FD7-7EC84DBC19DA}" destId="{C48BDD59-2B7F-4106-A2DF-46422260F98E}" srcOrd="0" destOrd="0" presId="urn:microsoft.com/office/officeart/2005/8/layout/pyramid2"/>
    <dgm:cxn modelId="{29BD37AB-015E-4F9F-B0FC-92DAF9949614}" type="presOf" srcId="{F09503D4-F10B-4580-B321-5A59A9BA9A23}" destId="{05CC05CB-7FE6-4DFD-84BE-FC58A8DFFCC6}" srcOrd="0" destOrd="0" presId="urn:microsoft.com/office/officeart/2005/8/layout/pyramid2"/>
    <dgm:cxn modelId="{1DE24DE5-E0D9-48B9-B9AC-B149EDA6F928}" srcId="{7BBCC63D-0AB5-42B8-B0D2-3379EEA0424C}" destId="{A8453EAD-79A8-4C98-9E66-949DAEF197E8}" srcOrd="4" destOrd="0" parTransId="{C45F50D9-4B72-46EC-B030-34E6A6C8FBC9}" sibTransId="{CDB8F41E-BC02-4775-80EE-CB207160C665}"/>
    <dgm:cxn modelId="{904DEDE8-5D3A-4FC6-940C-03F382375F89}" srcId="{7BBCC63D-0AB5-42B8-B0D2-3379EEA0424C}" destId="{982E45D3-CD03-4955-BE0F-60D7D01ECADE}" srcOrd="2" destOrd="0" parTransId="{39D29043-9F88-409B-AA30-69C108B993C3}" sibTransId="{7C7B9B0A-EB14-478B-9390-E80741130D09}"/>
    <dgm:cxn modelId="{1597CFFD-F796-4A71-B8F0-7161394886C3}" type="presOf" srcId="{6B8809A3-B5B3-4110-9CB5-A55CC0AE5936}" destId="{C565654B-A622-4A91-98D7-64902BA7610A}" srcOrd="0" destOrd="0" presId="urn:microsoft.com/office/officeart/2005/8/layout/pyramid2"/>
    <dgm:cxn modelId="{402BFFBF-B82A-40DB-8D61-B27CE6878475}" type="presParOf" srcId="{011C1C23-1E9B-4F3D-9940-D66001C9A820}" destId="{B5A5D4F4-DEA3-4DB3-A1E2-4654D47DDF6A}" srcOrd="0" destOrd="0" presId="urn:microsoft.com/office/officeart/2005/8/layout/pyramid2"/>
    <dgm:cxn modelId="{7C0B1BD7-E9A0-45A3-AC29-E6AD45124CA9}" type="presParOf" srcId="{011C1C23-1E9B-4F3D-9940-D66001C9A820}" destId="{C4DDC593-C51C-4FFA-B055-E853FEBCE98D}" srcOrd="1" destOrd="0" presId="urn:microsoft.com/office/officeart/2005/8/layout/pyramid2"/>
    <dgm:cxn modelId="{246D22F0-5140-4BB3-A49C-202FD6A22C21}" type="presParOf" srcId="{C4DDC593-C51C-4FFA-B055-E853FEBCE98D}" destId="{C48BDD59-2B7F-4106-A2DF-46422260F98E}" srcOrd="0" destOrd="0" presId="urn:microsoft.com/office/officeart/2005/8/layout/pyramid2"/>
    <dgm:cxn modelId="{7DC1DFCC-A416-4444-AA0D-1D5EFA845D63}" type="presParOf" srcId="{C4DDC593-C51C-4FFA-B055-E853FEBCE98D}" destId="{7265F59E-ADE4-4F67-AAA4-FF1733B6C7D2}" srcOrd="1" destOrd="0" presId="urn:microsoft.com/office/officeart/2005/8/layout/pyramid2"/>
    <dgm:cxn modelId="{E836D571-9E96-4F81-B31F-E3EA12DA8B9F}" type="presParOf" srcId="{C4DDC593-C51C-4FFA-B055-E853FEBCE98D}" destId="{C565654B-A622-4A91-98D7-64902BA7610A}" srcOrd="2" destOrd="0" presId="urn:microsoft.com/office/officeart/2005/8/layout/pyramid2"/>
    <dgm:cxn modelId="{1DA8EA27-1143-4906-877D-336D400376E6}" type="presParOf" srcId="{C4DDC593-C51C-4FFA-B055-E853FEBCE98D}" destId="{885C2311-76F6-42D6-9ADB-B12A3E48A0B1}" srcOrd="3" destOrd="0" presId="urn:microsoft.com/office/officeart/2005/8/layout/pyramid2"/>
    <dgm:cxn modelId="{516348D1-485A-4042-9BC0-3C28EFE07723}" type="presParOf" srcId="{C4DDC593-C51C-4FFA-B055-E853FEBCE98D}" destId="{BDE8D130-2126-43AE-9CAE-D33E452807D2}" srcOrd="4" destOrd="0" presId="urn:microsoft.com/office/officeart/2005/8/layout/pyramid2"/>
    <dgm:cxn modelId="{A6C5A84C-DA46-441B-94E5-E8AF5A5D4389}" type="presParOf" srcId="{C4DDC593-C51C-4FFA-B055-E853FEBCE98D}" destId="{23635F23-BFDB-4948-9B54-8E5C5C9C0D55}" srcOrd="5" destOrd="0" presId="urn:microsoft.com/office/officeart/2005/8/layout/pyramid2"/>
    <dgm:cxn modelId="{1765DECE-0810-4A91-8113-A3E758CB1E11}" type="presParOf" srcId="{C4DDC593-C51C-4FFA-B055-E853FEBCE98D}" destId="{05CC05CB-7FE6-4DFD-84BE-FC58A8DFFCC6}" srcOrd="6" destOrd="0" presId="urn:microsoft.com/office/officeart/2005/8/layout/pyramid2"/>
    <dgm:cxn modelId="{78C1E5E3-DF38-4A46-8C9B-8782CEC3FB8D}" type="presParOf" srcId="{C4DDC593-C51C-4FFA-B055-E853FEBCE98D}" destId="{3ABB0AF7-3A40-4FDC-A271-809D192E9637}" srcOrd="7" destOrd="0" presId="urn:microsoft.com/office/officeart/2005/8/layout/pyramid2"/>
    <dgm:cxn modelId="{325115E4-EB1A-4C1B-A14E-F01859088040}" type="presParOf" srcId="{C4DDC593-C51C-4FFA-B055-E853FEBCE98D}" destId="{D0766CC1-2AE7-4690-918A-A0E135F6C332}" srcOrd="8" destOrd="0" presId="urn:microsoft.com/office/officeart/2005/8/layout/pyramid2"/>
    <dgm:cxn modelId="{044195E1-988D-49AD-8D0C-019A120D1086}" type="presParOf" srcId="{C4DDC593-C51C-4FFA-B055-E853FEBCE98D}" destId="{9A755A7D-FF21-4E9E-AE92-633FF884ED10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CC26A81-981B-4ABF-A98C-6F76AD1F25F5}" type="doc">
      <dgm:prSet loTypeId="urn:microsoft.com/office/officeart/2005/8/layout/architecture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AD75EA-A624-48B9-8E6E-C32043933F75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3200" dirty="0">
              <a:solidFill>
                <a:srgbClr val="002060"/>
              </a:solidFill>
              <a:cs typeface="B Mitra" panose="00000400000000000000" pitchFamily="2" charset="-78"/>
            </a:rPr>
            <a:t>ترس از عدم قبولی اشتباه</a:t>
          </a:r>
        </a:p>
        <a:p>
          <a:pPr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(اگه خطایی صورت بگیره آیا رضایت من جلب میشه یا جبران میشه؟)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5407DCDA-001A-45D5-9300-EE1A56AC201C}" type="parTrans" cxnId="{347888CC-E1EF-4A73-9741-4C322399F20E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52699B01-4418-41BE-A1B7-A43496C7FE97}" type="sibTrans" cxnId="{347888CC-E1EF-4A73-9741-4C322399F20E}">
      <dgm:prSet/>
      <dgm:spPr/>
      <dgm:t>
        <a:bodyPr/>
        <a:lstStyle/>
        <a:p>
          <a:endParaRPr lang="en-US">
            <a:solidFill>
              <a:srgbClr val="002060"/>
            </a:solidFill>
          </a:endParaRPr>
        </a:p>
      </dgm:t>
    </dgm:pt>
    <dgm:pt modelId="{E294BC55-F429-4A59-8ADF-1981B514494D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3200" dirty="0">
              <a:solidFill>
                <a:srgbClr val="002060"/>
              </a:solidFill>
              <a:cs typeface="B Mitra" panose="00000400000000000000" pitchFamily="2" charset="-78"/>
            </a:rPr>
            <a:t>ترس از عدم تعهدات پرسنل نسبت به مشتری</a:t>
          </a:r>
        </a:p>
        <a:p>
          <a:pPr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(آیا واقعا کیفیتی که نشان میدن همونیکه در واقعیت اجرا میشه؟)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438ACD56-69DB-4100-A487-46C2231C4A95}" type="parTrans" cxnId="{76FCE841-66F0-4011-8918-30F62031F32C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68915B83-4863-4DAB-9642-7AE042DB6D76}" type="sibTrans" cxnId="{76FCE841-66F0-4011-8918-30F62031F32C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65E4E46A-6950-40EA-93B7-6092B21F787F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3200" dirty="0">
              <a:solidFill>
                <a:srgbClr val="002060"/>
              </a:solidFill>
              <a:cs typeface="B Mitra" panose="00000400000000000000" pitchFamily="2" charset="-78"/>
            </a:rPr>
            <a:t>ترس از ضعف یا فقدان پشتیبانی</a:t>
          </a:r>
        </a:p>
        <a:p>
          <a:pPr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(اگه این خدمات رو انجام بدم شرایط پشتیبانی چجوریه؟)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973E644F-D9A8-49C7-A846-EF21400D16B0}" type="parTrans" cxnId="{1EDC2EE8-B341-4925-A753-37D13F8A412C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46AF7B39-F3F9-4A2F-92F7-A3328A54D681}" type="sibTrans" cxnId="{1EDC2EE8-B341-4925-A753-37D13F8A412C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A85B3408-183B-4F8F-ADF5-3C966C7A96DA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3200" dirty="0">
              <a:solidFill>
                <a:srgbClr val="002060"/>
              </a:solidFill>
              <a:cs typeface="B Mitra" panose="00000400000000000000" pitchFamily="2" charset="-78"/>
            </a:rPr>
            <a:t>ترس از عدم تطابق خدمات با تجارب مشابه</a:t>
          </a:r>
        </a:p>
        <a:p>
          <a:pPr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(آیا این خدمات مطابق تجارب مشابه من تو سالن های دیگه میتونه باشه؟)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C7ECE9C7-E343-4C2C-A548-15953D0EF6FB}" type="parTrans" cxnId="{0F57014E-F745-4BCF-A24F-6C49B6913FDF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50420B49-158C-4787-AE79-62515D836694}" type="sibTrans" cxnId="{0F57014E-F745-4BCF-A24F-6C49B6913FDF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34F32A9A-AC5A-4FCB-A28A-D4F3CBBE1D12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3200" dirty="0">
              <a:solidFill>
                <a:srgbClr val="002060"/>
              </a:solidFill>
              <a:cs typeface="B Mitra" panose="00000400000000000000" pitchFamily="2" charset="-78"/>
            </a:rPr>
            <a:t>ترس از قیمت گران</a:t>
          </a:r>
        </a:p>
        <a:p>
          <a:pPr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(حتی اگه هم توانایی پرداخت رو داشته باشه آیا ارزش پرداخت داره؟)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7476882C-70F8-4B1D-9AFD-8773092FAA15}" type="parTrans" cxnId="{58560531-B60B-45A1-B444-3C9BAC6DFB01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4E61C1F9-66B1-463E-AD4D-87D9AD80CBD3}" type="sibTrans" cxnId="{58560531-B60B-45A1-B444-3C9BAC6DFB01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88356F9E-2DA8-4D70-BE59-447DA1B55714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3200" dirty="0">
              <a:solidFill>
                <a:srgbClr val="002060"/>
              </a:solidFill>
              <a:cs typeface="B Mitra" panose="00000400000000000000" pitchFamily="2" charset="-78"/>
            </a:rPr>
            <a:t>ترس از </a:t>
          </a:r>
          <a:r>
            <a:rPr lang="fa-IR" sz="3200" b="0" dirty="0">
              <a:solidFill>
                <a:srgbClr val="002060"/>
              </a:solidFill>
              <a:cs typeface="B Mitra" panose="00000400000000000000" pitchFamily="2" charset="-78"/>
            </a:rPr>
            <a:t>عدم کیفیت </a:t>
          </a:r>
          <a:r>
            <a:rPr lang="fa-IR" sz="3200" dirty="0">
              <a:solidFill>
                <a:srgbClr val="002060"/>
              </a:solidFill>
              <a:cs typeface="B Mitra" panose="00000400000000000000" pitchFamily="2" charset="-78"/>
            </a:rPr>
            <a:t>یا عدم سلامت خدمات</a:t>
          </a:r>
        </a:p>
        <a:p>
          <a:pPr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(آیا اصلا کیفیت ادعایی رو داره یا برای سلامتی ضرر نداره؟)</a:t>
          </a:r>
        </a:p>
      </dgm:t>
    </dgm:pt>
    <dgm:pt modelId="{AB3791D9-158C-4C84-85B4-DF03D2664034}" type="parTrans" cxnId="{3713DC45-74F2-4B57-A1F5-5314A8285AA6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92FF8BAA-A57A-4135-A9CD-FD1AB8D0B4D1}" type="sibTrans" cxnId="{3713DC45-74F2-4B57-A1F5-5314A8285AA6}">
      <dgm:prSet/>
      <dgm:spPr/>
      <dgm:t>
        <a:bodyPr/>
        <a:lstStyle/>
        <a:p>
          <a:pPr rtl="1"/>
          <a:endParaRPr lang="en-US" sz="320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4DEDF21E-E15A-494B-9FA3-C44047FAA35A}" type="pres">
      <dgm:prSet presAssocID="{FCC26A81-981B-4ABF-A98C-6F76AD1F25F5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7EEBE88-C3A5-407C-B807-03C9C0889F68}" type="pres">
      <dgm:prSet presAssocID="{33AD75EA-A624-48B9-8E6E-C32043933F75}" presName="vertOne" presStyleCnt="0"/>
      <dgm:spPr/>
    </dgm:pt>
    <dgm:pt modelId="{8F4075C2-D52E-45C9-9FE7-252A982D586A}" type="pres">
      <dgm:prSet presAssocID="{33AD75EA-A624-48B9-8E6E-C32043933F75}" presName="txOne" presStyleLbl="node0" presStyleIdx="0" presStyleCnt="3">
        <dgm:presLayoutVars>
          <dgm:chPref val="3"/>
        </dgm:presLayoutVars>
      </dgm:prSet>
      <dgm:spPr/>
    </dgm:pt>
    <dgm:pt modelId="{F406D7F0-6DC9-4B21-9710-CCE573971658}" type="pres">
      <dgm:prSet presAssocID="{33AD75EA-A624-48B9-8E6E-C32043933F75}" presName="parTransOne" presStyleCnt="0"/>
      <dgm:spPr/>
    </dgm:pt>
    <dgm:pt modelId="{F212E60A-E93B-44FD-8FDD-2E86CC2548EB}" type="pres">
      <dgm:prSet presAssocID="{33AD75EA-A624-48B9-8E6E-C32043933F75}" presName="horzOne" presStyleCnt="0"/>
      <dgm:spPr/>
    </dgm:pt>
    <dgm:pt modelId="{B56E90C2-74B8-47D5-935B-BF28A214D258}" type="pres">
      <dgm:prSet presAssocID="{E294BC55-F429-4A59-8ADF-1981B514494D}" presName="vertTwo" presStyleCnt="0"/>
      <dgm:spPr/>
    </dgm:pt>
    <dgm:pt modelId="{0323E4CB-899A-4CEA-B4E6-AB83AB82F3A8}" type="pres">
      <dgm:prSet presAssocID="{E294BC55-F429-4A59-8ADF-1981B514494D}" presName="txTwo" presStyleLbl="node2" presStyleIdx="0" presStyleCnt="3">
        <dgm:presLayoutVars>
          <dgm:chPref val="3"/>
        </dgm:presLayoutVars>
      </dgm:prSet>
      <dgm:spPr/>
    </dgm:pt>
    <dgm:pt modelId="{34609A78-ECA3-4165-A535-140CC6E877C6}" type="pres">
      <dgm:prSet presAssocID="{E294BC55-F429-4A59-8ADF-1981B514494D}" presName="horzTwo" presStyleCnt="0"/>
      <dgm:spPr/>
    </dgm:pt>
    <dgm:pt modelId="{592FA251-7C4D-461E-9E05-4170EA0E33D5}" type="pres">
      <dgm:prSet presAssocID="{52699B01-4418-41BE-A1B7-A43496C7FE97}" presName="sibSpaceOne" presStyleCnt="0"/>
      <dgm:spPr/>
    </dgm:pt>
    <dgm:pt modelId="{2BB0438E-5094-4AE8-BB84-1E1B9A079C16}" type="pres">
      <dgm:prSet presAssocID="{65E4E46A-6950-40EA-93B7-6092B21F787F}" presName="vertOne" presStyleCnt="0"/>
      <dgm:spPr/>
    </dgm:pt>
    <dgm:pt modelId="{14323270-0EC4-480D-869B-22DB9D2060A5}" type="pres">
      <dgm:prSet presAssocID="{65E4E46A-6950-40EA-93B7-6092B21F787F}" presName="txOne" presStyleLbl="node0" presStyleIdx="1" presStyleCnt="3">
        <dgm:presLayoutVars>
          <dgm:chPref val="3"/>
        </dgm:presLayoutVars>
      </dgm:prSet>
      <dgm:spPr/>
    </dgm:pt>
    <dgm:pt modelId="{B19F5118-B2C1-441A-85A2-E0C0CF888C52}" type="pres">
      <dgm:prSet presAssocID="{65E4E46A-6950-40EA-93B7-6092B21F787F}" presName="parTransOne" presStyleCnt="0"/>
      <dgm:spPr/>
    </dgm:pt>
    <dgm:pt modelId="{95E1AD81-7AD7-4388-9DDF-B316447B103E}" type="pres">
      <dgm:prSet presAssocID="{65E4E46A-6950-40EA-93B7-6092B21F787F}" presName="horzOne" presStyleCnt="0"/>
      <dgm:spPr/>
    </dgm:pt>
    <dgm:pt modelId="{2193725E-8827-4916-8612-54273FD5D396}" type="pres">
      <dgm:prSet presAssocID="{A85B3408-183B-4F8F-ADF5-3C966C7A96DA}" presName="vertTwo" presStyleCnt="0"/>
      <dgm:spPr/>
    </dgm:pt>
    <dgm:pt modelId="{E6ED03E5-5BD9-4912-9717-23CA93EBC20D}" type="pres">
      <dgm:prSet presAssocID="{A85B3408-183B-4F8F-ADF5-3C966C7A96DA}" presName="txTwo" presStyleLbl="node2" presStyleIdx="1" presStyleCnt="3">
        <dgm:presLayoutVars>
          <dgm:chPref val="3"/>
        </dgm:presLayoutVars>
      </dgm:prSet>
      <dgm:spPr/>
    </dgm:pt>
    <dgm:pt modelId="{F7E16BA7-0239-47A0-AE84-DE7161EEE921}" type="pres">
      <dgm:prSet presAssocID="{A85B3408-183B-4F8F-ADF5-3C966C7A96DA}" presName="horzTwo" presStyleCnt="0"/>
      <dgm:spPr/>
    </dgm:pt>
    <dgm:pt modelId="{0BCDEAEE-B293-419A-BC58-3F20BA62E2B6}" type="pres">
      <dgm:prSet presAssocID="{46AF7B39-F3F9-4A2F-92F7-A3328A54D681}" presName="sibSpaceOne" presStyleCnt="0"/>
      <dgm:spPr/>
    </dgm:pt>
    <dgm:pt modelId="{B41142AB-CDF4-49F1-914B-30E0D2CD1AC7}" type="pres">
      <dgm:prSet presAssocID="{34F32A9A-AC5A-4FCB-A28A-D4F3CBBE1D12}" presName="vertOne" presStyleCnt="0"/>
      <dgm:spPr/>
    </dgm:pt>
    <dgm:pt modelId="{EC5D14C4-DB18-436C-8C1E-0C5614084BCD}" type="pres">
      <dgm:prSet presAssocID="{34F32A9A-AC5A-4FCB-A28A-D4F3CBBE1D12}" presName="txOne" presStyleLbl="node0" presStyleIdx="2" presStyleCnt="3">
        <dgm:presLayoutVars>
          <dgm:chPref val="3"/>
        </dgm:presLayoutVars>
      </dgm:prSet>
      <dgm:spPr/>
    </dgm:pt>
    <dgm:pt modelId="{3222F7C7-50AA-4907-9472-FB0F11F43C23}" type="pres">
      <dgm:prSet presAssocID="{34F32A9A-AC5A-4FCB-A28A-D4F3CBBE1D12}" presName="parTransOne" presStyleCnt="0"/>
      <dgm:spPr/>
    </dgm:pt>
    <dgm:pt modelId="{1823525E-E27F-401B-BCEA-5DA802C63205}" type="pres">
      <dgm:prSet presAssocID="{34F32A9A-AC5A-4FCB-A28A-D4F3CBBE1D12}" presName="horzOne" presStyleCnt="0"/>
      <dgm:spPr/>
    </dgm:pt>
    <dgm:pt modelId="{E57A67F2-E8A4-44F4-AA26-F8C0F68D782E}" type="pres">
      <dgm:prSet presAssocID="{88356F9E-2DA8-4D70-BE59-447DA1B55714}" presName="vertTwo" presStyleCnt="0"/>
      <dgm:spPr/>
    </dgm:pt>
    <dgm:pt modelId="{6651B31F-C70D-4E7B-B382-2D3424293156}" type="pres">
      <dgm:prSet presAssocID="{88356F9E-2DA8-4D70-BE59-447DA1B55714}" presName="txTwo" presStyleLbl="node2" presStyleIdx="2" presStyleCnt="3">
        <dgm:presLayoutVars>
          <dgm:chPref val="3"/>
        </dgm:presLayoutVars>
      </dgm:prSet>
      <dgm:spPr/>
    </dgm:pt>
    <dgm:pt modelId="{8623843F-4B9C-47A2-AD48-806EF7B785DA}" type="pres">
      <dgm:prSet presAssocID="{88356F9E-2DA8-4D70-BE59-447DA1B55714}" presName="horzTwo" presStyleCnt="0"/>
      <dgm:spPr/>
    </dgm:pt>
  </dgm:ptLst>
  <dgm:cxnLst>
    <dgm:cxn modelId="{58560531-B60B-45A1-B444-3C9BAC6DFB01}" srcId="{FCC26A81-981B-4ABF-A98C-6F76AD1F25F5}" destId="{34F32A9A-AC5A-4FCB-A28A-D4F3CBBE1D12}" srcOrd="2" destOrd="0" parTransId="{7476882C-70F8-4B1D-9AFD-8773092FAA15}" sibTransId="{4E61C1F9-66B1-463E-AD4D-87D9AD80CBD3}"/>
    <dgm:cxn modelId="{76FCE841-66F0-4011-8918-30F62031F32C}" srcId="{33AD75EA-A624-48B9-8E6E-C32043933F75}" destId="{E294BC55-F429-4A59-8ADF-1981B514494D}" srcOrd="0" destOrd="0" parTransId="{438ACD56-69DB-4100-A487-46C2231C4A95}" sibTransId="{68915B83-4863-4DAB-9642-7AE042DB6D76}"/>
    <dgm:cxn modelId="{3713DC45-74F2-4B57-A1F5-5314A8285AA6}" srcId="{34F32A9A-AC5A-4FCB-A28A-D4F3CBBE1D12}" destId="{88356F9E-2DA8-4D70-BE59-447DA1B55714}" srcOrd="0" destOrd="0" parTransId="{AB3791D9-158C-4C84-85B4-DF03D2664034}" sibTransId="{92FF8BAA-A57A-4135-A9CD-FD1AB8D0B4D1}"/>
    <dgm:cxn modelId="{F6A2D368-B38A-4DDB-BCCB-B07F642FC6DF}" type="presOf" srcId="{65E4E46A-6950-40EA-93B7-6092B21F787F}" destId="{14323270-0EC4-480D-869B-22DB9D2060A5}" srcOrd="0" destOrd="0" presId="urn:microsoft.com/office/officeart/2005/8/layout/architecture"/>
    <dgm:cxn modelId="{0F57014E-F745-4BCF-A24F-6C49B6913FDF}" srcId="{65E4E46A-6950-40EA-93B7-6092B21F787F}" destId="{A85B3408-183B-4F8F-ADF5-3C966C7A96DA}" srcOrd="0" destOrd="0" parTransId="{C7ECE9C7-E343-4C2C-A548-15953D0EF6FB}" sibTransId="{50420B49-158C-4787-AE79-62515D836694}"/>
    <dgm:cxn modelId="{F3E51B6F-D614-40A9-A05F-D7DF847CFBFF}" type="presOf" srcId="{88356F9E-2DA8-4D70-BE59-447DA1B55714}" destId="{6651B31F-C70D-4E7B-B382-2D3424293156}" srcOrd="0" destOrd="0" presId="urn:microsoft.com/office/officeart/2005/8/layout/architecture"/>
    <dgm:cxn modelId="{8057786F-9FC7-4843-8D72-B85069DED654}" type="presOf" srcId="{FCC26A81-981B-4ABF-A98C-6F76AD1F25F5}" destId="{4DEDF21E-E15A-494B-9FA3-C44047FAA35A}" srcOrd="0" destOrd="0" presId="urn:microsoft.com/office/officeart/2005/8/layout/architecture"/>
    <dgm:cxn modelId="{9D3ABF98-BE59-43C6-AECC-FDB2B38471AC}" type="presOf" srcId="{33AD75EA-A624-48B9-8E6E-C32043933F75}" destId="{8F4075C2-D52E-45C9-9FE7-252A982D586A}" srcOrd="0" destOrd="0" presId="urn:microsoft.com/office/officeart/2005/8/layout/architecture"/>
    <dgm:cxn modelId="{99A68D9A-1BA5-453B-ABE6-04C00FF4769D}" type="presOf" srcId="{34F32A9A-AC5A-4FCB-A28A-D4F3CBBE1D12}" destId="{EC5D14C4-DB18-436C-8C1E-0C5614084BCD}" srcOrd="0" destOrd="0" presId="urn:microsoft.com/office/officeart/2005/8/layout/architecture"/>
    <dgm:cxn modelId="{347888CC-E1EF-4A73-9741-4C322399F20E}" srcId="{FCC26A81-981B-4ABF-A98C-6F76AD1F25F5}" destId="{33AD75EA-A624-48B9-8E6E-C32043933F75}" srcOrd="0" destOrd="0" parTransId="{5407DCDA-001A-45D5-9300-EE1A56AC201C}" sibTransId="{52699B01-4418-41BE-A1B7-A43496C7FE97}"/>
    <dgm:cxn modelId="{AEDFE1DD-A669-4EFD-8E2F-92A041AFA687}" type="presOf" srcId="{A85B3408-183B-4F8F-ADF5-3C966C7A96DA}" destId="{E6ED03E5-5BD9-4912-9717-23CA93EBC20D}" srcOrd="0" destOrd="0" presId="urn:microsoft.com/office/officeart/2005/8/layout/architecture"/>
    <dgm:cxn modelId="{1EDC2EE8-B341-4925-A753-37D13F8A412C}" srcId="{FCC26A81-981B-4ABF-A98C-6F76AD1F25F5}" destId="{65E4E46A-6950-40EA-93B7-6092B21F787F}" srcOrd="1" destOrd="0" parTransId="{973E644F-D9A8-49C7-A846-EF21400D16B0}" sibTransId="{46AF7B39-F3F9-4A2F-92F7-A3328A54D681}"/>
    <dgm:cxn modelId="{1C2BECE9-5321-414C-8C62-E92E7EDB0B2E}" type="presOf" srcId="{E294BC55-F429-4A59-8ADF-1981B514494D}" destId="{0323E4CB-899A-4CEA-B4E6-AB83AB82F3A8}" srcOrd="0" destOrd="0" presId="urn:microsoft.com/office/officeart/2005/8/layout/architecture"/>
    <dgm:cxn modelId="{59551F90-BDDB-4F8B-91A2-BB88A473D8C0}" type="presParOf" srcId="{4DEDF21E-E15A-494B-9FA3-C44047FAA35A}" destId="{37EEBE88-C3A5-407C-B807-03C9C0889F68}" srcOrd="0" destOrd="0" presId="urn:microsoft.com/office/officeart/2005/8/layout/architecture"/>
    <dgm:cxn modelId="{2E183987-7DFD-41D5-8BA6-0B42C7FDE199}" type="presParOf" srcId="{37EEBE88-C3A5-407C-B807-03C9C0889F68}" destId="{8F4075C2-D52E-45C9-9FE7-252A982D586A}" srcOrd="0" destOrd="0" presId="urn:microsoft.com/office/officeart/2005/8/layout/architecture"/>
    <dgm:cxn modelId="{E32756E3-13C1-4CEE-B28F-DDB1059F9C30}" type="presParOf" srcId="{37EEBE88-C3A5-407C-B807-03C9C0889F68}" destId="{F406D7F0-6DC9-4B21-9710-CCE573971658}" srcOrd="1" destOrd="0" presId="urn:microsoft.com/office/officeart/2005/8/layout/architecture"/>
    <dgm:cxn modelId="{7AEECAD5-007F-4723-A4DE-9404AD620618}" type="presParOf" srcId="{37EEBE88-C3A5-407C-B807-03C9C0889F68}" destId="{F212E60A-E93B-44FD-8FDD-2E86CC2548EB}" srcOrd="2" destOrd="0" presId="urn:microsoft.com/office/officeart/2005/8/layout/architecture"/>
    <dgm:cxn modelId="{F46C3A3D-8AA5-4BC1-B437-ED16C4FEC867}" type="presParOf" srcId="{F212E60A-E93B-44FD-8FDD-2E86CC2548EB}" destId="{B56E90C2-74B8-47D5-935B-BF28A214D258}" srcOrd="0" destOrd="0" presId="urn:microsoft.com/office/officeart/2005/8/layout/architecture"/>
    <dgm:cxn modelId="{BC08C888-E3B0-4FD6-821A-6D144525A0C1}" type="presParOf" srcId="{B56E90C2-74B8-47D5-935B-BF28A214D258}" destId="{0323E4CB-899A-4CEA-B4E6-AB83AB82F3A8}" srcOrd="0" destOrd="0" presId="urn:microsoft.com/office/officeart/2005/8/layout/architecture"/>
    <dgm:cxn modelId="{F4C0080E-A0CB-401C-9714-8516B748E4F6}" type="presParOf" srcId="{B56E90C2-74B8-47D5-935B-BF28A214D258}" destId="{34609A78-ECA3-4165-A535-140CC6E877C6}" srcOrd="1" destOrd="0" presId="urn:microsoft.com/office/officeart/2005/8/layout/architecture"/>
    <dgm:cxn modelId="{603DBF31-7C2A-4B37-9EEE-E4B2CE4EEC76}" type="presParOf" srcId="{4DEDF21E-E15A-494B-9FA3-C44047FAA35A}" destId="{592FA251-7C4D-461E-9E05-4170EA0E33D5}" srcOrd="1" destOrd="0" presId="urn:microsoft.com/office/officeart/2005/8/layout/architecture"/>
    <dgm:cxn modelId="{89A25BC8-71D8-44D6-8ABF-4AFDBFF0557F}" type="presParOf" srcId="{4DEDF21E-E15A-494B-9FA3-C44047FAA35A}" destId="{2BB0438E-5094-4AE8-BB84-1E1B9A079C16}" srcOrd="2" destOrd="0" presId="urn:microsoft.com/office/officeart/2005/8/layout/architecture"/>
    <dgm:cxn modelId="{09A32399-4459-4D99-8FDF-98B08B01F913}" type="presParOf" srcId="{2BB0438E-5094-4AE8-BB84-1E1B9A079C16}" destId="{14323270-0EC4-480D-869B-22DB9D2060A5}" srcOrd="0" destOrd="0" presId="urn:microsoft.com/office/officeart/2005/8/layout/architecture"/>
    <dgm:cxn modelId="{3455C91B-0EBE-4C35-A687-BB7D6ABEBDE4}" type="presParOf" srcId="{2BB0438E-5094-4AE8-BB84-1E1B9A079C16}" destId="{B19F5118-B2C1-441A-85A2-E0C0CF888C52}" srcOrd="1" destOrd="0" presId="urn:microsoft.com/office/officeart/2005/8/layout/architecture"/>
    <dgm:cxn modelId="{E7798712-DD79-48BF-A5E9-C68B7B4B1DDD}" type="presParOf" srcId="{2BB0438E-5094-4AE8-BB84-1E1B9A079C16}" destId="{95E1AD81-7AD7-4388-9DDF-B316447B103E}" srcOrd="2" destOrd="0" presId="urn:microsoft.com/office/officeart/2005/8/layout/architecture"/>
    <dgm:cxn modelId="{13F6119D-EDC1-42CF-84CE-4F109B6AF5EA}" type="presParOf" srcId="{95E1AD81-7AD7-4388-9DDF-B316447B103E}" destId="{2193725E-8827-4916-8612-54273FD5D396}" srcOrd="0" destOrd="0" presId="urn:microsoft.com/office/officeart/2005/8/layout/architecture"/>
    <dgm:cxn modelId="{851FDDC0-031C-419D-9F44-E4313CBC969C}" type="presParOf" srcId="{2193725E-8827-4916-8612-54273FD5D396}" destId="{E6ED03E5-5BD9-4912-9717-23CA93EBC20D}" srcOrd="0" destOrd="0" presId="urn:microsoft.com/office/officeart/2005/8/layout/architecture"/>
    <dgm:cxn modelId="{88424018-65EC-43BC-AF01-EA7A0C3B1DE8}" type="presParOf" srcId="{2193725E-8827-4916-8612-54273FD5D396}" destId="{F7E16BA7-0239-47A0-AE84-DE7161EEE921}" srcOrd="1" destOrd="0" presId="urn:microsoft.com/office/officeart/2005/8/layout/architecture"/>
    <dgm:cxn modelId="{F42FDC0F-5C93-4BB6-8678-0DE80964A9BE}" type="presParOf" srcId="{4DEDF21E-E15A-494B-9FA3-C44047FAA35A}" destId="{0BCDEAEE-B293-419A-BC58-3F20BA62E2B6}" srcOrd="3" destOrd="0" presId="urn:microsoft.com/office/officeart/2005/8/layout/architecture"/>
    <dgm:cxn modelId="{FEC41D07-6EB8-48EC-B9F2-D6C164553702}" type="presParOf" srcId="{4DEDF21E-E15A-494B-9FA3-C44047FAA35A}" destId="{B41142AB-CDF4-49F1-914B-30E0D2CD1AC7}" srcOrd="4" destOrd="0" presId="urn:microsoft.com/office/officeart/2005/8/layout/architecture"/>
    <dgm:cxn modelId="{5B2D6478-54FE-48A5-807C-DC00CBE5AA59}" type="presParOf" srcId="{B41142AB-CDF4-49F1-914B-30E0D2CD1AC7}" destId="{EC5D14C4-DB18-436C-8C1E-0C5614084BCD}" srcOrd="0" destOrd="0" presId="urn:microsoft.com/office/officeart/2005/8/layout/architecture"/>
    <dgm:cxn modelId="{43C46A36-4188-48C9-AA04-36DE18C84057}" type="presParOf" srcId="{B41142AB-CDF4-49F1-914B-30E0D2CD1AC7}" destId="{3222F7C7-50AA-4907-9472-FB0F11F43C23}" srcOrd="1" destOrd="0" presId="urn:microsoft.com/office/officeart/2005/8/layout/architecture"/>
    <dgm:cxn modelId="{F93BEEC1-19D8-46C6-9CB2-3A05DE07E306}" type="presParOf" srcId="{B41142AB-CDF4-49F1-914B-30E0D2CD1AC7}" destId="{1823525E-E27F-401B-BCEA-5DA802C63205}" srcOrd="2" destOrd="0" presId="urn:microsoft.com/office/officeart/2005/8/layout/architecture"/>
    <dgm:cxn modelId="{6E091E65-84DB-4C5F-B95B-4AFD0E9E4ED9}" type="presParOf" srcId="{1823525E-E27F-401B-BCEA-5DA802C63205}" destId="{E57A67F2-E8A4-44F4-AA26-F8C0F68D782E}" srcOrd="0" destOrd="0" presId="urn:microsoft.com/office/officeart/2005/8/layout/architecture"/>
    <dgm:cxn modelId="{EB1CDB99-5695-46A0-9B21-C217CC0F0522}" type="presParOf" srcId="{E57A67F2-E8A4-44F4-AA26-F8C0F68D782E}" destId="{6651B31F-C70D-4E7B-B382-2D3424293156}" srcOrd="0" destOrd="0" presId="urn:microsoft.com/office/officeart/2005/8/layout/architecture"/>
    <dgm:cxn modelId="{3E07AD99-8F0B-4D2E-A5D3-C9CB533C6237}" type="presParOf" srcId="{E57A67F2-E8A4-44F4-AA26-F8C0F68D782E}" destId="{8623843F-4B9C-47A2-AD48-806EF7B785DA}" srcOrd="1" destOrd="0" presId="urn:microsoft.com/office/officeart/2005/8/layout/architecture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E25ACAC-F472-4683-9D93-A9C84E2D3383}" type="doc">
      <dgm:prSet loTypeId="urn:microsoft.com/office/officeart/2009/3/layout/StepUp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3604EF-4C81-436F-A110-C2D8CF873DD6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1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1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8FDBF99-64DB-4B50-84AA-9C278B364F0C}" type="par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A198B5A-4BBE-4482-A767-64E58E57333F}" type="sib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8DE07D1-5530-4B79-89D3-DFA202C3C328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C6BB605-2200-4881-9BD4-77CCBA513FBC}" type="par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D47584B-0491-45C1-97AB-BF206B5F78A8}" type="sib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7AD4B247-CE63-49EC-84BB-1201BDB8B43D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668695E-D829-471C-AC10-661946DDC740}" type="par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BF2C316-29B6-4C46-BDAA-AFB2E55EB5AF}" type="sib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F2273D0-51C7-46B6-84E5-287A1AF69FB5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C36DC3-A6D4-40F5-920C-8031DA7A21B4}" type="par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045532E-537A-4AA2-9896-8362A964D0C7}" type="sib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EE5724D-F9BF-4FCB-A0FA-B94D87A5EF35}">
      <dgm:prSet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1D1AC5C-38B6-4132-A117-D847E8FE0DFE}" type="par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365ABA2-9B79-4149-BE2F-73D735F3A4C7}" type="sib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DC8559C4-587C-4BB8-A872-78AE3DB83960}" type="pres">
      <dgm:prSet presAssocID="{1E25ACAC-F472-4683-9D93-A9C84E2D3383}" presName="rootnode" presStyleCnt="0">
        <dgm:presLayoutVars>
          <dgm:chMax/>
          <dgm:chPref/>
          <dgm:dir/>
          <dgm:animLvl val="lvl"/>
        </dgm:presLayoutVars>
      </dgm:prSet>
      <dgm:spPr/>
    </dgm:pt>
    <dgm:pt modelId="{3B0E19FC-E3C0-4138-9A48-BC0D2424E1E4}" type="pres">
      <dgm:prSet presAssocID="{AD3604EF-4C81-436F-A110-C2D8CF873DD6}" presName="composite" presStyleCnt="0"/>
      <dgm:spPr/>
    </dgm:pt>
    <dgm:pt modelId="{C812CB3C-0340-43CF-A198-8CED48458631}" type="pres">
      <dgm:prSet presAssocID="{AD3604EF-4C81-436F-A110-C2D8CF873DD6}" presName="LShape" presStyleLbl="alignNode1" presStyleIdx="0" presStyleCnt="9"/>
      <dgm:spPr>
        <a:solidFill>
          <a:srgbClr val="7A364B"/>
        </a:solidFill>
        <a:ln>
          <a:noFill/>
        </a:ln>
      </dgm:spPr>
    </dgm:pt>
    <dgm:pt modelId="{B8B1D505-CF74-4719-ACF9-459B767E3307}" type="pres">
      <dgm:prSet presAssocID="{AD3604EF-4C81-436F-A110-C2D8CF873DD6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8CB1DA42-4248-472D-A039-1A258F25934A}" type="pres">
      <dgm:prSet presAssocID="{AD3604EF-4C81-436F-A110-C2D8CF873DD6}" presName="Triangle" presStyleLbl="alignNode1" presStyleIdx="1" presStyleCnt="9"/>
      <dgm:spPr>
        <a:solidFill>
          <a:srgbClr val="374183"/>
        </a:solidFill>
      </dgm:spPr>
    </dgm:pt>
    <dgm:pt modelId="{A9457D96-B755-4312-B27A-14F92B2492B9}" type="pres">
      <dgm:prSet presAssocID="{4A198B5A-4BBE-4482-A767-64E58E57333F}" presName="sibTrans" presStyleCnt="0"/>
      <dgm:spPr/>
    </dgm:pt>
    <dgm:pt modelId="{E5D7204D-EFBE-4570-AA30-56B2B06D3729}" type="pres">
      <dgm:prSet presAssocID="{4A198B5A-4BBE-4482-A767-64E58E57333F}" presName="space" presStyleCnt="0"/>
      <dgm:spPr/>
    </dgm:pt>
    <dgm:pt modelId="{E54F54BD-4AEB-4DFA-B3DC-D928BE0BA9AA}" type="pres">
      <dgm:prSet presAssocID="{B8DE07D1-5530-4B79-89D3-DFA202C3C328}" presName="composite" presStyleCnt="0"/>
      <dgm:spPr/>
    </dgm:pt>
    <dgm:pt modelId="{21B4FA9E-32F9-46C1-9FF7-CBD2CE92CD42}" type="pres">
      <dgm:prSet presAssocID="{B8DE07D1-5530-4B79-89D3-DFA202C3C328}" presName="LShape" presStyleLbl="alignNode1" presStyleIdx="2" presStyleCnt="9"/>
      <dgm:spPr>
        <a:solidFill>
          <a:srgbClr val="7A364B"/>
        </a:solidFill>
        <a:ln>
          <a:noFill/>
        </a:ln>
      </dgm:spPr>
    </dgm:pt>
    <dgm:pt modelId="{6C1F6867-68E1-43FE-B352-330C8C101CC0}" type="pres">
      <dgm:prSet presAssocID="{B8DE07D1-5530-4B79-89D3-DFA202C3C328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10F7C7B-EB4A-4A1C-9855-9724ABA5C69D}" type="pres">
      <dgm:prSet presAssocID="{B8DE07D1-5530-4B79-89D3-DFA202C3C328}" presName="Triangle" presStyleLbl="alignNode1" presStyleIdx="3" presStyleCnt="9"/>
      <dgm:spPr>
        <a:solidFill>
          <a:srgbClr val="374183"/>
        </a:solidFill>
      </dgm:spPr>
    </dgm:pt>
    <dgm:pt modelId="{C6CF9954-EE6F-4016-ABFE-AEFBC3D0FBB6}" type="pres">
      <dgm:prSet presAssocID="{0D47584B-0491-45C1-97AB-BF206B5F78A8}" presName="sibTrans" presStyleCnt="0"/>
      <dgm:spPr/>
    </dgm:pt>
    <dgm:pt modelId="{FA3B2954-05B0-44A2-9C31-6E38DBF051B0}" type="pres">
      <dgm:prSet presAssocID="{0D47584B-0491-45C1-97AB-BF206B5F78A8}" presName="space" presStyleCnt="0"/>
      <dgm:spPr/>
    </dgm:pt>
    <dgm:pt modelId="{8D7622A8-1532-47BD-B6F8-8A1EB7924DD0}" type="pres">
      <dgm:prSet presAssocID="{9F2273D0-51C7-46B6-84E5-287A1AF69FB5}" presName="composite" presStyleCnt="0"/>
      <dgm:spPr/>
    </dgm:pt>
    <dgm:pt modelId="{C8400550-72AC-4E67-B438-B3D39895F942}" type="pres">
      <dgm:prSet presAssocID="{9F2273D0-51C7-46B6-84E5-287A1AF69FB5}" presName="LShape" presStyleLbl="alignNode1" presStyleIdx="4" presStyleCnt="9"/>
      <dgm:spPr>
        <a:solidFill>
          <a:srgbClr val="7A364B"/>
        </a:solidFill>
        <a:ln>
          <a:noFill/>
        </a:ln>
      </dgm:spPr>
    </dgm:pt>
    <dgm:pt modelId="{83159A42-36AD-480F-8CB9-15DDDF45A5B9}" type="pres">
      <dgm:prSet presAssocID="{9F2273D0-51C7-46B6-84E5-287A1AF69FB5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2AA2FE6-FBE5-4BCF-A215-9F4E63E2F49B}" type="pres">
      <dgm:prSet presAssocID="{9F2273D0-51C7-46B6-84E5-287A1AF69FB5}" presName="Triangle" presStyleLbl="alignNode1" presStyleIdx="5" presStyleCnt="9"/>
      <dgm:spPr>
        <a:solidFill>
          <a:srgbClr val="374183"/>
        </a:solidFill>
      </dgm:spPr>
    </dgm:pt>
    <dgm:pt modelId="{19B74EE6-E2C3-47FB-A4EC-B0703AF9552A}" type="pres">
      <dgm:prSet presAssocID="{3045532E-537A-4AA2-9896-8362A964D0C7}" presName="sibTrans" presStyleCnt="0"/>
      <dgm:spPr/>
    </dgm:pt>
    <dgm:pt modelId="{5812B38B-7435-4B46-9764-558D93BDC873}" type="pres">
      <dgm:prSet presAssocID="{3045532E-537A-4AA2-9896-8362A964D0C7}" presName="space" presStyleCnt="0"/>
      <dgm:spPr/>
    </dgm:pt>
    <dgm:pt modelId="{BA72CBFE-E8C0-469E-8A4A-2756415740FC}" type="pres">
      <dgm:prSet presAssocID="{CEE5724D-F9BF-4FCB-A0FA-B94D87A5EF35}" presName="composite" presStyleCnt="0"/>
      <dgm:spPr/>
    </dgm:pt>
    <dgm:pt modelId="{27FA66C9-B787-449A-A989-19441E9EAD5B}" type="pres">
      <dgm:prSet presAssocID="{CEE5724D-F9BF-4FCB-A0FA-B94D87A5EF35}" presName="LShape" presStyleLbl="alignNode1" presStyleIdx="6" presStyleCnt="9"/>
      <dgm:spPr>
        <a:solidFill>
          <a:srgbClr val="7A364B"/>
        </a:solidFill>
        <a:ln>
          <a:noFill/>
        </a:ln>
      </dgm:spPr>
    </dgm:pt>
    <dgm:pt modelId="{076F701D-F089-4F60-BC5C-045696C09C60}" type="pres">
      <dgm:prSet presAssocID="{CEE5724D-F9BF-4FCB-A0FA-B94D87A5EF35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50E75A68-B861-4F09-B3F5-58A68E30711B}" type="pres">
      <dgm:prSet presAssocID="{CEE5724D-F9BF-4FCB-A0FA-B94D87A5EF35}" presName="Triangle" presStyleLbl="alignNode1" presStyleIdx="7" presStyleCnt="9"/>
      <dgm:spPr>
        <a:solidFill>
          <a:srgbClr val="374183"/>
        </a:solidFill>
      </dgm:spPr>
    </dgm:pt>
    <dgm:pt modelId="{BE647094-8634-4AED-879E-20757EDEB1CA}" type="pres">
      <dgm:prSet presAssocID="{0365ABA2-9B79-4149-BE2F-73D735F3A4C7}" presName="sibTrans" presStyleCnt="0"/>
      <dgm:spPr/>
    </dgm:pt>
    <dgm:pt modelId="{A40A3248-83B9-4992-A48B-C6AF46EE373E}" type="pres">
      <dgm:prSet presAssocID="{0365ABA2-9B79-4149-BE2F-73D735F3A4C7}" presName="space" presStyleCnt="0"/>
      <dgm:spPr/>
    </dgm:pt>
    <dgm:pt modelId="{7843ABB2-801E-45C4-9DAC-A0E16BF92032}" type="pres">
      <dgm:prSet presAssocID="{7AD4B247-CE63-49EC-84BB-1201BDB8B43D}" presName="composite" presStyleCnt="0"/>
      <dgm:spPr/>
    </dgm:pt>
    <dgm:pt modelId="{193D7A29-E9C8-416A-818F-3B37F0790590}" type="pres">
      <dgm:prSet presAssocID="{7AD4B247-CE63-49EC-84BB-1201BDB8B43D}" presName="LShape" presStyleLbl="alignNode1" presStyleIdx="8" presStyleCnt="9"/>
      <dgm:spPr>
        <a:solidFill>
          <a:srgbClr val="7A364B"/>
        </a:solidFill>
        <a:ln>
          <a:noFill/>
        </a:ln>
      </dgm:spPr>
    </dgm:pt>
    <dgm:pt modelId="{13B05E4F-D54C-4634-A8D4-7CD053159DE0}" type="pres">
      <dgm:prSet presAssocID="{7AD4B247-CE63-49EC-84BB-1201BDB8B43D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928D306-89BF-45A9-9AA8-F464B80A6362}" type="presOf" srcId="{7AD4B247-CE63-49EC-84BB-1201BDB8B43D}" destId="{13B05E4F-D54C-4634-A8D4-7CD053159DE0}" srcOrd="0" destOrd="0" presId="urn:microsoft.com/office/officeart/2009/3/layout/StepUpProcess"/>
    <dgm:cxn modelId="{960B8019-97BF-4FD0-BE73-5A10653393BE}" type="presOf" srcId="{AD3604EF-4C81-436F-A110-C2D8CF873DD6}" destId="{B8B1D505-CF74-4719-ACF9-459B767E3307}" srcOrd="0" destOrd="0" presId="urn:microsoft.com/office/officeart/2009/3/layout/StepUpProcess"/>
    <dgm:cxn modelId="{0E9A381F-A8BF-4479-B035-BE635C31CE99}" srcId="{1E25ACAC-F472-4683-9D93-A9C84E2D3383}" destId="{7AD4B247-CE63-49EC-84BB-1201BDB8B43D}" srcOrd="4" destOrd="0" parTransId="{1668695E-D829-471C-AC10-661946DDC740}" sibTransId="{8BF2C316-29B6-4C46-BDAA-AFB2E55EB5AF}"/>
    <dgm:cxn modelId="{1EBE0121-D9DF-441E-81C6-04C0C4EF972F}" type="presOf" srcId="{9F2273D0-51C7-46B6-84E5-287A1AF69FB5}" destId="{83159A42-36AD-480F-8CB9-15DDDF45A5B9}" srcOrd="0" destOrd="0" presId="urn:microsoft.com/office/officeart/2009/3/layout/StepUpProcess"/>
    <dgm:cxn modelId="{69987B73-139A-4C30-AC55-7CAB83997822}" type="presOf" srcId="{CEE5724D-F9BF-4FCB-A0FA-B94D87A5EF35}" destId="{076F701D-F089-4F60-BC5C-045696C09C60}" srcOrd="0" destOrd="0" presId="urn:microsoft.com/office/officeart/2009/3/layout/StepUpProcess"/>
    <dgm:cxn modelId="{7BC41989-0790-4ACA-BBC4-FC78F132BF66}" srcId="{1E25ACAC-F472-4683-9D93-A9C84E2D3383}" destId="{B8DE07D1-5530-4B79-89D3-DFA202C3C328}" srcOrd="1" destOrd="0" parTransId="{6C6BB605-2200-4881-9BD4-77CCBA513FBC}" sibTransId="{0D47584B-0491-45C1-97AB-BF206B5F78A8}"/>
    <dgm:cxn modelId="{2A372A8E-B68E-4A2C-8F26-8A881C4C34D0}" type="presOf" srcId="{B8DE07D1-5530-4B79-89D3-DFA202C3C328}" destId="{6C1F6867-68E1-43FE-B352-330C8C101CC0}" srcOrd="0" destOrd="0" presId="urn:microsoft.com/office/officeart/2009/3/layout/StepUpProcess"/>
    <dgm:cxn modelId="{7FC6579F-7F90-4F71-B2B3-0E70314E34A5}" srcId="{1E25ACAC-F472-4683-9D93-A9C84E2D3383}" destId="{9F2273D0-51C7-46B6-84E5-287A1AF69FB5}" srcOrd="2" destOrd="0" parTransId="{A4C36DC3-A6D4-40F5-920C-8031DA7A21B4}" sibTransId="{3045532E-537A-4AA2-9896-8362A964D0C7}"/>
    <dgm:cxn modelId="{0F94F7A9-D24B-406E-84FA-BAA215B524A2}" type="presOf" srcId="{1E25ACAC-F472-4683-9D93-A9C84E2D3383}" destId="{DC8559C4-587C-4BB8-A872-78AE3DB83960}" srcOrd="0" destOrd="0" presId="urn:microsoft.com/office/officeart/2009/3/layout/StepUpProcess"/>
    <dgm:cxn modelId="{0AE7D4B3-0D04-4F92-AD49-9F768354A91A}" srcId="{1E25ACAC-F472-4683-9D93-A9C84E2D3383}" destId="{AD3604EF-4C81-436F-A110-C2D8CF873DD6}" srcOrd="0" destOrd="0" parTransId="{68FDBF99-64DB-4B50-84AA-9C278B364F0C}" sibTransId="{4A198B5A-4BBE-4482-A767-64E58E57333F}"/>
    <dgm:cxn modelId="{F676A6CF-4314-4E7E-B7F7-6D6B9F793315}" srcId="{1E25ACAC-F472-4683-9D93-A9C84E2D3383}" destId="{CEE5724D-F9BF-4FCB-A0FA-B94D87A5EF35}" srcOrd="3" destOrd="0" parTransId="{F1D1AC5C-38B6-4132-A117-D847E8FE0DFE}" sibTransId="{0365ABA2-9B79-4149-BE2F-73D735F3A4C7}"/>
    <dgm:cxn modelId="{9B214C9A-DDD3-48E3-BCF1-9ECEB19F3ABB}" type="presParOf" srcId="{DC8559C4-587C-4BB8-A872-78AE3DB83960}" destId="{3B0E19FC-E3C0-4138-9A48-BC0D2424E1E4}" srcOrd="0" destOrd="0" presId="urn:microsoft.com/office/officeart/2009/3/layout/StepUpProcess"/>
    <dgm:cxn modelId="{8364BC68-83EE-4876-99C0-BB47052A94E4}" type="presParOf" srcId="{3B0E19FC-E3C0-4138-9A48-BC0D2424E1E4}" destId="{C812CB3C-0340-43CF-A198-8CED48458631}" srcOrd="0" destOrd="0" presId="urn:microsoft.com/office/officeart/2009/3/layout/StepUpProcess"/>
    <dgm:cxn modelId="{1DFD21EA-6D00-4163-857E-169AF618E601}" type="presParOf" srcId="{3B0E19FC-E3C0-4138-9A48-BC0D2424E1E4}" destId="{B8B1D505-CF74-4719-ACF9-459B767E3307}" srcOrd="1" destOrd="0" presId="urn:microsoft.com/office/officeart/2009/3/layout/StepUpProcess"/>
    <dgm:cxn modelId="{9D37E578-7E23-4CFA-B736-941088BB07DC}" type="presParOf" srcId="{3B0E19FC-E3C0-4138-9A48-BC0D2424E1E4}" destId="{8CB1DA42-4248-472D-A039-1A258F25934A}" srcOrd="2" destOrd="0" presId="urn:microsoft.com/office/officeart/2009/3/layout/StepUpProcess"/>
    <dgm:cxn modelId="{A340DC0C-82CE-4998-B260-D3620DE61BE2}" type="presParOf" srcId="{DC8559C4-587C-4BB8-A872-78AE3DB83960}" destId="{A9457D96-B755-4312-B27A-14F92B2492B9}" srcOrd="1" destOrd="0" presId="urn:microsoft.com/office/officeart/2009/3/layout/StepUpProcess"/>
    <dgm:cxn modelId="{87869829-1CB7-4C96-AC7D-26E77B2AD0D7}" type="presParOf" srcId="{A9457D96-B755-4312-B27A-14F92B2492B9}" destId="{E5D7204D-EFBE-4570-AA30-56B2B06D3729}" srcOrd="0" destOrd="0" presId="urn:microsoft.com/office/officeart/2009/3/layout/StepUpProcess"/>
    <dgm:cxn modelId="{331702AF-0848-4F95-B315-BFF777CF7E2C}" type="presParOf" srcId="{DC8559C4-587C-4BB8-A872-78AE3DB83960}" destId="{E54F54BD-4AEB-4DFA-B3DC-D928BE0BA9AA}" srcOrd="2" destOrd="0" presId="urn:microsoft.com/office/officeart/2009/3/layout/StepUpProcess"/>
    <dgm:cxn modelId="{DDA697BB-3197-44E8-87D3-845305F9F4A9}" type="presParOf" srcId="{E54F54BD-4AEB-4DFA-B3DC-D928BE0BA9AA}" destId="{21B4FA9E-32F9-46C1-9FF7-CBD2CE92CD42}" srcOrd="0" destOrd="0" presId="urn:microsoft.com/office/officeart/2009/3/layout/StepUpProcess"/>
    <dgm:cxn modelId="{712CA0F1-6501-4E7D-BF36-7D81A3F4CF00}" type="presParOf" srcId="{E54F54BD-4AEB-4DFA-B3DC-D928BE0BA9AA}" destId="{6C1F6867-68E1-43FE-B352-330C8C101CC0}" srcOrd="1" destOrd="0" presId="urn:microsoft.com/office/officeart/2009/3/layout/StepUpProcess"/>
    <dgm:cxn modelId="{A8013C13-5021-4643-9F09-D26D5C8E217D}" type="presParOf" srcId="{E54F54BD-4AEB-4DFA-B3DC-D928BE0BA9AA}" destId="{510F7C7B-EB4A-4A1C-9855-9724ABA5C69D}" srcOrd="2" destOrd="0" presId="urn:microsoft.com/office/officeart/2009/3/layout/StepUpProcess"/>
    <dgm:cxn modelId="{EB3BFA7A-DCD4-422E-AB3D-E0C4C18ED273}" type="presParOf" srcId="{DC8559C4-587C-4BB8-A872-78AE3DB83960}" destId="{C6CF9954-EE6F-4016-ABFE-AEFBC3D0FBB6}" srcOrd="3" destOrd="0" presId="urn:microsoft.com/office/officeart/2009/3/layout/StepUpProcess"/>
    <dgm:cxn modelId="{BC74CA1D-DF1C-493B-9023-F2837BA0BD3E}" type="presParOf" srcId="{C6CF9954-EE6F-4016-ABFE-AEFBC3D0FBB6}" destId="{FA3B2954-05B0-44A2-9C31-6E38DBF051B0}" srcOrd="0" destOrd="0" presId="urn:microsoft.com/office/officeart/2009/3/layout/StepUpProcess"/>
    <dgm:cxn modelId="{7B5DC4BA-ACCD-476F-8C78-B0F4338C66C4}" type="presParOf" srcId="{DC8559C4-587C-4BB8-A872-78AE3DB83960}" destId="{8D7622A8-1532-47BD-B6F8-8A1EB7924DD0}" srcOrd="4" destOrd="0" presId="urn:microsoft.com/office/officeart/2009/3/layout/StepUpProcess"/>
    <dgm:cxn modelId="{59F56EE4-C408-4C29-A8B3-71D81C9A5E94}" type="presParOf" srcId="{8D7622A8-1532-47BD-B6F8-8A1EB7924DD0}" destId="{C8400550-72AC-4E67-B438-B3D39895F942}" srcOrd="0" destOrd="0" presId="urn:microsoft.com/office/officeart/2009/3/layout/StepUpProcess"/>
    <dgm:cxn modelId="{267000DA-6CCE-4B3B-9DAE-3E14E2792745}" type="presParOf" srcId="{8D7622A8-1532-47BD-B6F8-8A1EB7924DD0}" destId="{83159A42-36AD-480F-8CB9-15DDDF45A5B9}" srcOrd="1" destOrd="0" presId="urn:microsoft.com/office/officeart/2009/3/layout/StepUpProcess"/>
    <dgm:cxn modelId="{F769EABB-0FD2-4A06-9BBC-14A2FE874865}" type="presParOf" srcId="{8D7622A8-1532-47BD-B6F8-8A1EB7924DD0}" destId="{42AA2FE6-FBE5-4BCF-A215-9F4E63E2F49B}" srcOrd="2" destOrd="0" presId="urn:microsoft.com/office/officeart/2009/3/layout/StepUpProcess"/>
    <dgm:cxn modelId="{85997141-ED07-4C4D-8354-6B9D2B2A9D39}" type="presParOf" srcId="{DC8559C4-587C-4BB8-A872-78AE3DB83960}" destId="{19B74EE6-E2C3-47FB-A4EC-B0703AF9552A}" srcOrd="5" destOrd="0" presId="urn:microsoft.com/office/officeart/2009/3/layout/StepUpProcess"/>
    <dgm:cxn modelId="{68DCE648-03C7-471E-B0DE-7509D16476C2}" type="presParOf" srcId="{19B74EE6-E2C3-47FB-A4EC-B0703AF9552A}" destId="{5812B38B-7435-4B46-9764-558D93BDC873}" srcOrd="0" destOrd="0" presId="urn:microsoft.com/office/officeart/2009/3/layout/StepUpProcess"/>
    <dgm:cxn modelId="{FB5732F1-9E90-4804-AFFB-F818AB7A658E}" type="presParOf" srcId="{DC8559C4-587C-4BB8-A872-78AE3DB83960}" destId="{BA72CBFE-E8C0-469E-8A4A-2756415740FC}" srcOrd="6" destOrd="0" presId="urn:microsoft.com/office/officeart/2009/3/layout/StepUpProcess"/>
    <dgm:cxn modelId="{D25E0994-87F8-467D-A91B-C61197015B82}" type="presParOf" srcId="{BA72CBFE-E8C0-469E-8A4A-2756415740FC}" destId="{27FA66C9-B787-449A-A989-19441E9EAD5B}" srcOrd="0" destOrd="0" presId="urn:microsoft.com/office/officeart/2009/3/layout/StepUpProcess"/>
    <dgm:cxn modelId="{9C3AA463-63DD-495E-A499-AACA5DF7AFA6}" type="presParOf" srcId="{BA72CBFE-E8C0-469E-8A4A-2756415740FC}" destId="{076F701D-F089-4F60-BC5C-045696C09C60}" srcOrd="1" destOrd="0" presId="urn:microsoft.com/office/officeart/2009/3/layout/StepUpProcess"/>
    <dgm:cxn modelId="{D522716C-B20D-40A6-9F30-2009BCC83BB3}" type="presParOf" srcId="{BA72CBFE-E8C0-469E-8A4A-2756415740FC}" destId="{50E75A68-B861-4F09-B3F5-58A68E30711B}" srcOrd="2" destOrd="0" presId="urn:microsoft.com/office/officeart/2009/3/layout/StepUpProcess"/>
    <dgm:cxn modelId="{A19ED6DE-DD64-48EA-8D7C-DAA84A95AC02}" type="presParOf" srcId="{DC8559C4-587C-4BB8-A872-78AE3DB83960}" destId="{BE647094-8634-4AED-879E-20757EDEB1CA}" srcOrd="7" destOrd="0" presId="urn:microsoft.com/office/officeart/2009/3/layout/StepUpProcess"/>
    <dgm:cxn modelId="{58CE4D47-7E51-4857-B89C-71AF42AAD61E}" type="presParOf" srcId="{BE647094-8634-4AED-879E-20757EDEB1CA}" destId="{A40A3248-83B9-4992-A48B-C6AF46EE373E}" srcOrd="0" destOrd="0" presId="urn:microsoft.com/office/officeart/2009/3/layout/StepUpProcess"/>
    <dgm:cxn modelId="{D23B370C-2BE5-48A3-B8A9-E163704C6A15}" type="presParOf" srcId="{DC8559C4-587C-4BB8-A872-78AE3DB83960}" destId="{7843ABB2-801E-45C4-9DAC-A0E16BF92032}" srcOrd="8" destOrd="0" presId="urn:microsoft.com/office/officeart/2009/3/layout/StepUpProcess"/>
    <dgm:cxn modelId="{8C918004-411D-4B7A-9FD1-C931B5888E81}" type="presParOf" srcId="{7843ABB2-801E-45C4-9DAC-A0E16BF92032}" destId="{193D7A29-E9C8-416A-818F-3B37F0790590}" srcOrd="0" destOrd="0" presId="urn:microsoft.com/office/officeart/2009/3/layout/StepUpProcess"/>
    <dgm:cxn modelId="{43A12AA0-4FF9-4E8B-9E65-9DDFA580D753}" type="presParOf" srcId="{7843ABB2-801E-45C4-9DAC-A0E16BF92032}" destId="{13B05E4F-D54C-4634-A8D4-7CD053159DE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5019691-B006-4F2B-8143-D18EA3678E08}" type="doc">
      <dgm:prSet loTypeId="urn:microsoft.com/office/officeart/2009/3/layout/FramedTextPicture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42A7DE-2ABE-4630-885D-40B4DDF8BA02}">
      <dgm:prSet phldrT="[Text]" custT="1"/>
      <dgm:spPr/>
      <dgm:t>
        <a:bodyPr/>
        <a:lstStyle/>
        <a:p>
          <a:pPr rtl="1"/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حدود ۶۰٪ از مشتریان </a:t>
          </a:r>
          <a:r>
            <a:rPr lang="ar-SA" sz="2800" b="1" u="sng" kern="1200" dirty="0">
              <a:solidFill>
                <a:srgbClr val="5A283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Mitra" panose="00000400000000000000" pitchFamily="2" charset="-78"/>
            </a:rPr>
            <a:t>تصمیم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اولیه خرید خود را بر اساس اولین تعامل با برند می‌گیرند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rtl="1"/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HubSpot 2023, </a:t>
          </a:r>
        </a:p>
      </dgm:t>
    </dgm:pt>
    <dgm:pt modelId="{3214BB91-13A9-43D4-BB81-3A3F2DC86B9B}" type="parTrans" cxnId="{F20A4D64-8453-41BF-B1CA-C8CF347E3FAC}">
      <dgm:prSet/>
      <dgm:spPr/>
      <dgm:t>
        <a:bodyPr/>
        <a:lstStyle/>
        <a:p>
          <a:endParaRPr lang="en-US"/>
        </a:p>
      </dgm:t>
    </dgm:pt>
    <dgm:pt modelId="{F2CDC7D7-6AA9-487C-B7C6-9DB31D8ADD9F}" type="sibTrans" cxnId="{F20A4D64-8453-41BF-B1CA-C8CF347E3FAC}">
      <dgm:prSet/>
      <dgm:spPr/>
      <dgm:t>
        <a:bodyPr/>
        <a:lstStyle/>
        <a:p>
          <a:endParaRPr lang="en-US"/>
        </a:p>
      </dgm:t>
    </dgm:pt>
    <dgm:pt modelId="{A3117AD7-3F07-4F86-ABE1-CE0186C660FA}" type="pres">
      <dgm:prSet presAssocID="{05019691-B006-4F2B-8143-D18EA3678E08}" presName="Name0" presStyleCnt="0">
        <dgm:presLayoutVars>
          <dgm:chMax/>
          <dgm:chPref/>
          <dgm:dir/>
        </dgm:presLayoutVars>
      </dgm:prSet>
      <dgm:spPr/>
    </dgm:pt>
    <dgm:pt modelId="{8D9CB3EE-99D5-415D-826D-CD050F2916B8}" type="pres">
      <dgm:prSet presAssocID="{8542A7DE-2ABE-4630-885D-40B4DDF8BA02}" presName="composite" presStyleCnt="0">
        <dgm:presLayoutVars>
          <dgm:chMax/>
          <dgm:chPref/>
        </dgm:presLayoutVars>
      </dgm:prSet>
      <dgm:spPr/>
    </dgm:pt>
    <dgm:pt modelId="{C55234E0-EF8C-4E4D-96DD-7FF7BA3D21AC}" type="pres">
      <dgm:prSet presAssocID="{8542A7DE-2ABE-4630-885D-40B4DDF8BA02}" presName="Image" presStyleLbl="bgImgPlace1" presStyleIdx="0" presStyleCnt="1" custScaleX="97634" custScaleY="99932" custLinFactNeighborX="-591" custLinFactNeighborY="194"/>
      <dgm:spPr>
        <a:blipFill dpi="0" rotWithShape="1">
          <a:blip xmlns:r="http://schemas.openxmlformats.org/officeDocument/2006/relationships" r:embed="rId1"/>
          <a:srcRect/>
          <a:stretch>
            <a:fillRect l="5837" r="5837"/>
          </a:stretch>
        </a:blipFill>
      </dgm:spPr>
    </dgm:pt>
    <dgm:pt modelId="{CCF2021B-7703-494A-A006-C90554F9195B}" type="pres">
      <dgm:prSet presAssocID="{8542A7DE-2ABE-4630-885D-40B4DDF8BA02}" presName="Parent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86017D9-5C56-4133-8D89-5670CC19F0A7}" type="pres">
      <dgm:prSet presAssocID="{8542A7DE-2ABE-4630-885D-40B4DDF8BA02}" presName="tlFrame" presStyleLbl="node1" presStyleIdx="0" presStyleCnt="4"/>
      <dgm:spPr/>
    </dgm:pt>
    <dgm:pt modelId="{9039BA9F-65CE-4A91-9886-662A2BA53E47}" type="pres">
      <dgm:prSet presAssocID="{8542A7DE-2ABE-4630-885D-40B4DDF8BA02}" presName="trFrame" presStyleLbl="node1" presStyleIdx="1" presStyleCnt="4"/>
      <dgm:spPr/>
    </dgm:pt>
    <dgm:pt modelId="{7491CE31-F653-4A9E-970F-9CF66832A2C9}" type="pres">
      <dgm:prSet presAssocID="{8542A7DE-2ABE-4630-885D-40B4DDF8BA02}" presName="blFrame" presStyleLbl="node1" presStyleIdx="2" presStyleCnt="4"/>
      <dgm:spPr/>
    </dgm:pt>
    <dgm:pt modelId="{741ED2E7-D777-4FE7-AA5A-30E242E7B445}" type="pres">
      <dgm:prSet presAssocID="{8542A7DE-2ABE-4630-885D-40B4DDF8BA02}" presName="brFrame" presStyleLbl="node1" presStyleIdx="3" presStyleCnt="4"/>
      <dgm:spPr/>
    </dgm:pt>
  </dgm:ptLst>
  <dgm:cxnLst>
    <dgm:cxn modelId="{01F4E20E-ED7A-4716-9AF9-7B22FEAD3D7E}" type="presOf" srcId="{8542A7DE-2ABE-4630-885D-40B4DDF8BA02}" destId="{CCF2021B-7703-494A-A006-C90554F9195B}" srcOrd="0" destOrd="0" presId="urn:microsoft.com/office/officeart/2009/3/layout/FramedTextPicture"/>
    <dgm:cxn modelId="{F20A4D64-8453-41BF-B1CA-C8CF347E3FAC}" srcId="{05019691-B006-4F2B-8143-D18EA3678E08}" destId="{8542A7DE-2ABE-4630-885D-40B4DDF8BA02}" srcOrd="0" destOrd="0" parTransId="{3214BB91-13A9-43D4-BB81-3A3F2DC86B9B}" sibTransId="{F2CDC7D7-6AA9-487C-B7C6-9DB31D8ADD9F}"/>
    <dgm:cxn modelId="{55CAC57A-5B99-44E0-AC51-3BD9879D0507}" type="presOf" srcId="{05019691-B006-4F2B-8143-D18EA3678E08}" destId="{A3117AD7-3F07-4F86-ABE1-CE0186C660FA}" srcOrd="0" destOrd="0" presId="urn:microsoft.com/office/officeart/2009/3/layout/FramedTextPicture"/>
    <dgm:cxn modelId="{9564D703-635C-4B81-A43E-03B9ADECAA5C}" type="presParOf" srcId="{A3117AD7-3F07-4F86-ABE1-CE0186C660FA}" destId="{8D9CB3EE-99D5-415D-826D-CD050F2916B8}" srcOrd="0" destOrd="0" presId="urn:microsoft.com/office/officeart/2009/3/layout/FramedTextPicture"/>
    <dgm:cxn modelId="{F07B7A1C-0922-4DEE-BA83-B65D7BB9D47D}" type="presParOf" srcId="{8D9CB3EE-99D5-415D-826D-CD050F2916B8}" destId="{C55234E0-EF8C-4E4D-96DD-7FF7BA3D21AC}" srcOrd="0" destOrd="0" presId="urn:microsoft.com/office/officeart/2009/3/layout/FramedTextPicture"/>
    <dgm:cxn modelId="{D164480C-CC67-4120-9B03-239DD7FA786A}" type="presParOf" srcId="{8D9CB3EE-99D5-415D-826D-CD050F2916B8}" destId="{CCF2021B-7703-494A-A006-C90554F9195B}" srcOrd="1" destOrd="0" presId="urn:microsoft.com/office/officeart/2009/3/layout/FramedTextPicture"/>
    <dgm:cxn modelId="{3063C454-89D8-448E-B045-A67ADF2CC2AD}" type="presParOf" srcId="{8D9CB3EE-99D5-415D-826D-CD050F2916B8}" destId="{186017D9-5C56-4133-8D89-5670CC19F0A7}" srcOrd="2" destOrd="0" presId="urn:microsoft.com/office/officeart/2009/3/layout/FramedTextPicture"/>
    <dgm:cxn modelId="{E5164E53-8A64-41C1-9DCA-A345C22DBFD2}" type="presParOf" srcId="{8D9CB3EE-99D5-415D-826D-CD050F2916B8}" destId="{9039BA9F-65CE-4A91-9886-662A2BA53E47}" srcOrd="3" destOrd="0" presId="urn:microsoft.com/office/officeart/2009/3/layout/FramedTextPicture"/>
    <dgm:cxn modelId="{0E631710-0D85-4B55-B441-184932C5FD8A}" type="presParOf" srcId="{8D9CB3EE-99D5-415D-826D-CD050F2916B8}" destId="{7491CE31-F653-4A9E-970F-9CF66832A2C9}" srcOrd="4" destOrd="0" presId="urn:microsoft.com/office/officeart/2009/3/layout/FramedTextPicture"/>
    <dgm:cxn modelId="{96AE1B0C-B7D2-42BC-A3D2-2F0C38469F15}" type="presParOf" srcId="{8D9CB3EE-99D5-415D-826D-CD050F2916B8}" destId="{741ED2E7-D777-4FE7-AA5A-30E242E7B445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DC30C8D-28DB-4846-A8D4-98A8121E5822}" type="doc">
      <dgm:prSet loTypeId="urn:microsoft.com/office/officeart/2005/8/layout/target1" loCatId="relationship" qsTypeId="urn:microsoft.com/office/officeart/2005/8/quickstyle/simple5" qsCatId="simple" csTypeId="urn:microsoft.com/office/officeart/2005/8/colors/colorful3" csCatId="colorful" phldr="1"/>
      <dgm:spPr/>
    </dgm:pt>
    <dgm:pt modelId="{B90679B7-0B72-4130-B22E-9C158A37890D}">
      <dgm:prSet phldrT="[Text]"/>
      <dgm:spPr/>
      <dgm:t>
        <a:bodyPr/>
        <a:lstStyle/>
        <a:p>
          <a:pPr algn="ctr" rtl="1"/>
          <a:r>
            <a:rPr lang="fa-IR" dirty="0">
              <a:solidFill>
                <a:srgbClr val="002060"/>
              </a:solidFill>
              <a:cs typeface="B Mitra" panose="00000400000000000000" pitchFamily="2" charset="-78"/>
            </a:rPr>
            <a:t>تاثیر مثبت بر </a:t>
          </a:r>
          <a:r>
            <a:rPr lang="fa-IR" b="1" u="none" dirty="0">
              <a:solidFill>
                <a:srgbClr val="002060"/>
              </a:solidFill>
              <a:cs typeface="B Mitra" panose="00000400000000000000" pitchFamily="2" charset="-78"/>
            </a:rPr>
            <a:t>نگرش</a:t>
          </a:r>
          <a:r>
            <a:rPr lang="fa-IR" dirty="0">
              <a:solidFill>
                <a:srgbClr val="002060"/>
              </a:solidFill>
              <a:cs typeface="B Mitra" panose="00000400000000000000" pitchFamily="2" charset="-78"/>
            </a:rPr>
            <a:t> مخاطب به برند</a:t>
          </a:r>
          <a:endParaRPr lang="en-US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B8A5115E-158D-4D14-841E-DE6F7EDF4D64}" type="par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B4E384CB-C0EB-4F23-9C99-3B84838C19AE}" type="sib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855CD166-361D-428C-84AD-DB42744357EF}">
      <dgm:prSet phldrT="[Text]"/>
      <dgm:spPr/>
      <dgm:t>
        <a:bodyPr/>
        <a:lstStyle/>
        <a:p>
          <a:pPr algn="ctr" rtl="1"/>
          <a:r>
            <a:rPr lang="fa-IR" dirty="0">
              <a:solidFill>
                <a:srgbClr val="002060"/>
              </a:solidFill>
              <a:cs typeface="B Mitra" panose="00000400000000000000" pitchFamily="2" charset="-78"/>
            </a:rPr>
            <a:t>ایجاد حس کنجکاوی</a:t>
          </a:r>
          <a:endParaRPr lang="en-US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12321B39-1EBB-483F-B3B8-DAE453052BB6}" type="par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04FD8D98-4107-4467-9D7D-4A5447F412C1}" type="sib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5944D229-3660-42D9-BB2E-0AADF2DEC52B}">
      <dgm:prSet phldrT="[Text]"/>
      <dgm:spPr/>
      <dgm:t>
        <a:bodyPr/>
        <a:lstStyle/>
        <a:p>
          <a:pPr algn="ctr" rtl="1"/>
          <a:r>
            <a:rPr lang="fa-IR" dirty="0">
              <a:solidFill>
                <a:srgbClr val="002060"/>
              </a:solidFill>
              <a:cs typeface="B Mitra" panose="00000400000000000000" pitchFamily="2" charset="-78"/>
            </a:rPr>
            <a:t>ایجاد اولین حس مثبت</a:t>
          </a:r>
          <a:endParaRPr lang="en-US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2FD930BC-5BCD-472F-865C-F239A6D54439}" type="sib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BAE04A61-6C21-4EA9-BDFC-C7ED3FB89D97}" type="par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996B6B7F-25ED-4F18-B496-3A73CFD1A1A7}" type="pres">
      <dgm:prSet presAssocID="{5DC30C8D-28DB-4846-A8D4-98A8121E5822}" presName="composite" presStyleCnt="0">
        <dgm:presLayoutVars>
          <dgm:chMax val="5"/>
          <dgm:dir/>
          <dgm:resizeHandles val="exact"/>
        </dgm:presLayoutVars>
      </dgm:prSet>
      <dgm:spPr/>
    </dgm:pt>
    <dgm:pt modelId="{C68C8C48-D983-4BC8-A19B-3F80F39D687D}" type="pres">
      <dgm:prSet presAssocID="{B90679B7-0B72-4130-B22E-9C158A37890D}" presName="circle1" presStyleLbl="lnNode1" presStyleIdx="0" presStyleCnt="3"/>
      <dgm:spPr>
        <a:solidFill>
          <a:srgbClr val="CE90A3"/>
        </a:solidFill>
      </dgm:spPr>
    </dgm:pt>
    <dgm:pt modelId="{AD873684-1935-45C8-9D4C-23F00FC865BB}" type="pres">
      <dgm:prSet presAssocID="{B90679B7-0B72-4130-B22E-9C158A37890D}" presName="text1" presStyleLbl="revTx" presStyleIdx="0" presStyleCnt="3" custScaleX="144839" custLinFactNeighborX="13414">
        <dgm:presLayoutVars>
          <dgm:bulletEnabled val="1"/>
        </dgm:presLayoutVars>
      </dgm:prSet>
      <dgm:spPr/>
    </dgm:pt>
    <dgm:pt modelId="{C767E1C6-70FD-4638-9642-E6D5DDE907AD}" type="pres">
      <dgm:prSet presAssocID="{B90679B7-0B72-4130-B22E-9C158A37890D}" presName="line1" presStyleLbl="callout" presStyleIdx="0" presStyleCnt="6"/>
      <dgm:spPr>
        <a:ln>
          <a:solidFill>
            <a:srgbClr val="000066"/>
          </a:solidFill>
        </a:ln>
      </dgm:spPr>
    </dgm:pt>
    <dgm:pt modelId="{E9D57CD1-55B8-413A-A759-B3572EDC0BB2}" type="pres">
      <dgm:prSet presAssocID="{B90679B7-0B72-4130-B22E-9C158A37890D}" presName="d1" presStyleLbl="callout" presStyleIdx="1" presStyleCnt="6"/>
      <dgm:spPr>
        <a:ln>
          <a:solidFill>
            <a:srgbClr val="000066"/>
          </a:solidFill>
        </a:ln>
      </dgm:spPr>
    </dgm:pt>
    <dgm:pt modelId="{780B81F5-9686-4984-8F74-0886E691C781}" type="pres">
      <dgm:prSet presAssocID="{855CD166-361D-428C-84AD-DB42744357EF}" presName="circle2" presStyleLbl="lnNode1" presStyleIdx="1" presStyleCnt="3"/>
      <dgm:spPr>
        <a:solidFill>
          <a:srgbClr val="C3778F"/>
        </a:solidFill>
      </dgm:spPr>
    </dgm:pt>
    <dgm:pt modelId="{E90E007A-1F60-4F85-A8DA-ABB63F316C9A}" type="pres">
      <dgm:prSet presAssocID="{855CD166-361D-428C-84AD-DB42744357EF}" presName="text2" presStyleLbl="revTx" presStyleIdx="1" presStyleCnt="3" custScaleX="144839" custLinFactNeighborX="13414">
        <dgm:presLayoutVars>
          <dgm:bulletEnabled val="1"/>
        </dgm:presLayoutVars>
      </dgm:prSet>
      <dgm:spPr/>
    </dgm:pt>
    <dgm:pt modelId="{ED0E648C-4C27-4328-AF4F-0CB8761EE87F}" type="pres">
      <dgm:prSet presAssocID="{855CD166-361D-428C-84AD-DB42744357EF}" presName="line2" presStyleLbl="callout" presStyleIdx="2" presStyleCnt="6"/>
      <dgm:spPr>
        <a:ln>
          <a:solidFill>
            <a:srgbClr val="000066"/>
          </a:solidFill>
        </a:ln>
      </dgm:spPr>
    </dgm:pt>
    <dgm:pt modelId="{8BAAD179-AB7A-448A-8556-B6C13BD79211}" type="pres">
      <dgm:prSet presAssocID="{855CD166-361D-428C-84AD-DB42744357EF}" presName="d2" presStyleLbl="callout" presStyleIdx="3" presStyleCnt="6"/>
      <dgm:spPr>
        <a:ln>
          <a:solidFill>
            <a:srgbClr val="000066"/>
          </a:solidFill>
        </a:ln>
      </dgm:spPr>
    </dgm:pt>
    <dgm:pt modelId="{423C01FB-35E4-4ED6-B181-85DCC4428ADA}" type="pres">
      <dgm:prSet presAssocID="{5944D229-3660-42D9-BB2E-0AADF2DEC52B}" presName="circle3" presStyleLbl="lnNode1" presStyleIdx="2" presStyleCnt="3" custLinFactNeighborX="305"/>
      <dgm:spPr>
        <a:solidFill>
          <a:srgbClr val="7A364B"/>
        </a:solidFill>
      </dgm:spPr>
    </dgm:pt>
    <dgm:pt modelId="{840EC126-06C4-4844-A4B9-E3FFDEDB06D6}" type="pres">
      <dgm:prSet presAssocID="{5944D229-3660-42D9-BB2E-0AADF2DEC52B}" presName="text3" presStyleLbl="revTx" presStyleIdx="2" presStyleCnt="3" custScaleX="144839" custLinFactNeighborX="13414">
        <dgm:presLayoutVars>
          <dgm:bulletEnabled val="1"/>
        </dgm:presLayoutVars>
      </dgm:prSet>
      <dgm:spPr/>
    </dgm:pt>
    <dgm:pt modelId="{23FE6E9A-7D93-4BF7-B2C6-9759E08872E2}" type="pres">
      <dgm:prSet presAssocID="{5944D229-3660-42D9-BB2E-0AADF2DEC52B}" presName="line3" presStyleLbl="callout" presStyleIdx="4" presStyleCnt="6"/>
      <dgm:spPr>
        <a:ln>
          <a:solidFill>
            <a:srgbClr val="000066"/>
          </a:solidFill>
        </a:ln>
      </dgm:spPr>
    </dgm:pt>
    <dgm:pt modelId="{59D7B176-2CBA-498B-92B0-6EE401F95DC5}" type="pres">
      <dgm:prSet presAssocID="{5944D229-3660-42D9-BB2E-0AADF2DEC52B}" presName="d3" presStyleLbl="callout" presStyleIdx="5" presStyleCnt="6"/>
      <dgm:spPr>
        <a:ln>
          <a:solidFill>
            <a:srgbClr val="000066"/>
          </a:solidFill>
        </a:ln>
      </dgm:spPr>
    </dgm:pt>
  </dgm:ptLst>
  <dgm:cxnLst>
    <dgm:cxn modelId="{37547D09-A83F-447A-9697-179B62DF0A64}" type="presOf" srcId="{5944D229-3660-42D9-BB2E-0AADF2DEC52B}" destId="{840EC126-06C4-4844-A4B9-E3FFDEDB06D6}" srcOrd="0" destOrd="0" presId="urn:microsoft.com/office/officeart/2005/8/layout/target1"/>
    <dgm:cxn modelId="{CBFA991C-6D25-4BD0-987E-9E1FD1B42983}" srcId="{5DC30C8D-28DB-4846-A8D4-98A8121E5822}" destId="{B90679B7-0B72-4130-B22E-9C158A37890D}" srcOrd="0" destOrd="0" parTransId="{B8A5115E-158D-4D14-841E-DE6F7EDF4D64}" sibTransId="{B4E384CB-C0EB-4F23-9C99-3B84838C19AE}"/>
    <dgm:cxn modelId="{F346EF2A-21B5-4D41-A3F4-6AD366697E42}" srcId="{5DC30C8D-28DB-4846-A8D4-98A8121E5822}" destId="{5944D229-3660-42D9-BB2E-0AADF2DEC52B}" srcOrd="2" destOrd="0" parTransId="{BAE04A61-6C21-4EA9-BDFC-C7ED3FB89D97}" sibTransId="{2FD930BC-5BCD-472F-865C-F239A6D54439}"/>
    <dgm:cxn modelId="{0AB6AB36-45C9-48B9-B157-5C96DF6392E8}" type="presOf" srcId="{B90679B7-0B72-4130-B22E-9C158A37890D}" destId="{AD873684-1935-45C8-9D4C-23F00FC865BB}" srcOrd="0" destOrd="0" presId="urn:microsoft.com/office/officeart/2005/8/layout/target1"/>
    <dgm:cxn modelId="{B1D1DF58-95D9-4101-A40B-3638BEDF7BE6}" type="presOf" srcId="{855CD166-361D-428C-84AD-DB42744357EF}" destId="{E90E007A-1F60-4F85-A8DA-ABB63F316C9A}" srcOrd="0" destOrd="0" presId="urn:microsoft.com/office/officeart/2005/8/layout/target1"/>
    <dgm:cxn modelId="{5093D89B-8B30-4857-8491-F1F46669A4C2}" type="presOf" srcId="{5DC30C8D-28DB-4846-A8D4-98A8121E5822}" destId="{996B6B7F-25ED-4F18-B496-3A73CFD1A1A7}" srcOrd="0" destOrd="0" presId="urn:microsoft.com/office/officeart/2005/8/layout/target1"/>
    <dgm:cxn modelId="{98FDEDE5-3B24-43B5-AD97-DAE28426E35F}" srcId="{5DC30C8D-28DB-4846-A8D4-98A8121E5822}" destId="{855CD166-361D-428C-84AD-DB42744357EF}" srcOrd="1" destOrd="0" parTransId="{12321B39-1EBB-483F-B3B8-DAE453052BB6}" sibTransId="{04FD8D98-4107-4467-9D7D-4A5447F412C1}"/>
    <dgm:cxn modelId="{3FDBEAEE-CD37-42FC-BAE2-E98FBD98679B}" type="presParOf" srcId="{996B6B7F-25ED-4F18-B496-3A73CFD1A1A7}" destId="{C68C8C48-D983-4BC8-A19B-3F80F39D687D}" srcOrd="0" destOrd="0" presId="urn:microsoft.com/office/officeart/2005/8/layout/target1"/>
    <dgm:cxn modelId="{19674FC2-DFE5-4BBF-B09F-5E90D34F7D24}" type="presParOf" srcId="{996B6B7F-25ED-4F18-B496-3A73CFD1A1A7}" destId="{AD873684-1935-45C8-9D4C-23F00FC865BB}" srcOrd="1" destOrd="0" presId="urn:microsoft.com/office/officeart/2005/8/layout/target1"/>
    <dgm:cxn modelId="{38F40124-E226-4793-9AF4-7D692D0B42EB}" type="presParOf" srcId="{996B6B7F-25ED-4F18-B496-3A73CFD1A1A7}" destId="{C767E1C6-70FD-4638-9642-E6D5DDE907AD}" srcOrd="2" destOrd="0" presId="urn:microsoft.com/office/officeart/2005/8/layout/target1"/>
    <dgm:cxn modelId="{1A47C80D-6490-41CB-8C6F-0C8D12A142B1}" type="presParOf" srcId="{996B6B7F-25ED-4F18-B496-3A73CFD1A1A7}" destId="{E9D57CD1-55B8-413A-A759-B3572EDC0BB2}" srcOrd="3" destOrd="0" presId="urn:microsoft.com/office/officeart/2005/8/layout/target1"/>
    <dgm:cxn modelId="{D203DF00-0B07-4E54-8435-60DBB73B1B73}" type="presParOf" srcId="{996B6B7F-25ED-4F18-B496-3A73CFD1A1A7}" destId="{780B81F5-9686-4984-8F74-0886E691C781}" srcOrd="4" destOrd="0" presId="urn:microsoft.com/office/officeart/2005/8/layout/target1"/>
    <dgm:cxn modelId="{5A6EB75C-E919-409B-9190-7E512567FAD5}" type="presParOf" srcId="{996B6B7F-25ED-4F18-B496-3A73CFD1A1A7}" destId="{E90E007A-1F60-4F85-A8DA-ABB63F316C9A}" srcOrd="5" destOrd="0" presId="urn:microsoft.com/office/officeart/2005/8/layout/target1"/>
    <dgm:cxn modelId="{EC5A1B8D-64C0-4ED2-9950-DB0AA1A433FC}" type="presParOf" srcId="{996B6B7F-25ED-4F18-B496-3A73CFD1A1A7}" destId="{ED0E648C-4C27-4328-AF4F-0CB8761EE87F}" srcOrd="6" destOrd="0" presId="urn:microsoft.com/office/officeart/2005/8/layout/target1"/>
    <dgm:cxn modelId="{B15AD2A1-400D-43A8-BBCC-86C0238C0647}" type="presParOf" srcId="{996B6B7F-25ED-4F18-B496-3A73CFD1A1A7}" destId="{8BAAD179-AB7A-448A-8556-B6C13BD79211}" srcOrd="7" destOrd="0" presId="urn:microsoft.com/office/officeart/2005/8/layout/target1"/>
    <dgm:cxn modelId="{90DD139C-26EE-41D8-BB2B-EA47F2FFAA89}" type="presParOf" srcId="{996B6B7F-25ED-4F18-B496-3A73CFD1A1A7}" destId="{423C01FB-35E4-4ED6-B181-85DCC4428ADA}" srcOrd="8" destOrd="0" presId="urn:microsoft.com/office/officeart/2005/8/layout/target1"/>
    <dgm:cxn modelId="{CBFE2B47-DD25-45C9-AF70-81A71BA73783}" type="presParOf" srcId="{996B6B7F-25ED-4F18-B496-3A73CFD1A1A7}" destId="{840EC126-06C4-4844-A4B9-E3FFDEDB06D6}" srcOrd="9" destOrd="0" presId="urn:microsoft.com/office/officeart/2005/8/layout/target1"/>
    <dgm:cxn modelId="{1E2A2994-E2DD-4540-849F-906CB9258C84}" type="presParOf" srcId="{996B6B7F-25ED-4F18-B496-3A73CFD1A1A7}" destId="{23FE6E9A-7D93-4BF7-B2C6-9759E08872E2}" srcOrd="10" destOrd="0" presId="urn:microsoft.com/office/officeart/2005/8/layout/target1"/>
    <dgm:cxn modelId="{5D10E33C-66B2-473F-962D-6B9DC0E17F3A}" type="presParOf" srcId="{996B6B7F-25ED-4F18-B496-3A73CFD1A1A7}" destId="{59D7B176-2CBA-498B-92B0-6EE401F95DC5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F904027-7CB4-4490-94B1-BBAAB5070924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AF36E-C432-49B9-B9CA-7312C14AA3AC}">
      <dgm:prSet phldrT="[Text]" custT="1"/>
      <dgm:spPr>
        <a:solidFill>
          <a:srgbClr val="C3778F"/>
        </a:solidFill>
      </dgm:spPr>
      <dgm:t>
        <a:bodyPr/>
        <a:lstStyle/>
        <a:p>
          <a:pPr rtl="1"/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نقاط تماس (</a:t>
          </a:r>
          <a:r>
            <a:rPr lang="fa-IR" sz="2000" b="1" u="sng" dirty="0">
              <a:solidFill>
                <a:srgbClr val="002060"/>
              </a:solidFill>
              <a:cs typeface="B Mitra" panose="00000400000000000000" pitchFamily="2" charset="-78"/>
            </a:rPr>
            <a:t>غریبه</a:t>
          </a:r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 با برند)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C6F6B153-C0DD-4766-80BF-98C91EB94559}" type="par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F357B29-DEA6-4327-9B32-0A094D723ED5}" type="sib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189271-E05C-457D-A055-6FC2A2A0F1EF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en-US" sz="1600" dirty="0">
              <a:solidFill>
                <a:srgbClr val="000066"/>
              </a:solidFill>
              <a:cs typeface="B Mitra" panose="00000400000000000000" pitchFamily="2" charset="-78"/>
            </a:rPr>
            <a:t>SMS</a:t>
          </a:r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 مارکتینگ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ACC1060-062C-4C6D-ACF6-4B78A4A660CD}" type="parTrans" cxnId="{2F636093-7521-4D9D-A107-5A2344AF407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BE7A7A2-234D-4BEA-BE3B-C5838D8BAAD6}" type="sibTrans" cxnId="{2F636093-7521-4D9D-A107-5A2344AF4073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53091AE-9215-4952-B563-B598C85A98BE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کاتالوگ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74A865EC-44BF-42AD-9979-F1A567CCC66E}" type="parTrans" cxnId="{3710654D-545B-41B6-BAB4-89423FFD6FB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F311649-A470-4CA3-9DEE-C2CA6F9BC0D3}" type="sibTrans" cxnId="{3710654D-545B-41B6-BAB4-89423FFD6FB5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B2F22FB-E3BE-4880-9B85-C7C5BF292849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جستجو</a:t>
          </a:r>
        </a:p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  </a:t>
          </a:r>
          <a:r>
            <a:rPr lang="en-US" sz="1600" dirty="0">
              <a:solidFill>
                <a:srgbClr val="000066"/>
              </a:solidFill>
              <a:cs typeface="B Mitra" panose="00000400000000000000" pitchFamily="2" charset="-78"/>
            </a:rPr>
            <a:t> </a:t>
          </a:r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وب سایت / هوش مصنوعی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20301F58-8CE8-499F-8D2D-D1522C9D6EC7}" type="parTrans" cxnId="{55328F7A-FF33-4229-841E-4564DDA672C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2EF54F9-85FB-48CC-884D-B5DB933E2226}" type="sibTrans" cxnId="{55328F7A-FF33-4229-841E-4564DDA672CB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480101A-CEF2-4009-A7D8-FD60AE3D3F00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دیده شدن یا جستجو </a:t>
          </a:r>
          <a:r>
            <a:rPr lang="en-US" sz="1600" dirty="0">
              <a:solidFill>
                <a:srgbClr val="000066"/>
              </a:solidFill>
              <a:cs typeface="B Mitra" panose="00000400000000000000" pitchFamily="2" charset="-78"/>
            </a:rPr>
            <a:t>Instagram</a:t>
          </a:r>
        </a:p>
      </dgm:t>
    </dgm:pt>
    <dgm:pt modelId="{A7EC6A7F-8ABC-4E2A-B319-9ED7CC972F34}" type="parTrans" cxnId="{7DE09CFD-93D6-48F2-9B6B-778323E7519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E826411-D02B-4909-A9D6-3307E7287DB1}" type="sibTrans" cxnId="{7DE09CFD-93D6-48F2-9B6B-778323E7519F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C4BC59E-7FFE-4620-8237-81D6A6B0CEBC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دیده شدن یا جستجو</a:t>
          </a:r>
        </a:p>
        <a:p>
          <a:pPr rtl="1"/>
          <a:r>
            <a:rPr lang="en-US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WhatsApp/</a:t>
          </a:r>
          <a:endParaRPr lang="fa-IR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  <a:p>
          <a:pPr rtl="1"/>
          <a:r>
            <a:rPr lang="en-US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Telegram</a:t>
          </a:r>
        </a:p>
      </dgm:t>
    </dgm:pt>
    <dgm:pt modelId="{665CFB82-35F1-43D3-A02B-D0C576907D65}" type="parTrans" cxnId="{BE76AEAF-4FBF-4BFF-AA00-B0559897C6F9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19A2FB0-1741-4F6A-AE26-BFB698AF39EA}" type="sibTrans" cxnId="{BE76AEAF-4FBF-4BFF-AA00-B0559897C6F9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55A0F54A-8676-4A5C-9B9D-5B05926F3308}">
      <dgm:prSet phldrT="[Text]" custT="1"/>
      <dgm:spPr>
        <a:solidFill>
          <a:srgbClr val="D49CAD"/>
        </a:solidFill>
      </dgm:spPr>
      <dgm:t>
        <a:bodyPr/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دیده شدن یا جستجو </a:t>
          </a:r>
          <a:r>
            <a:rPr lang="en-US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YouTube/ </a:t>
          </a:r>
          <a:r>
            <a:rPr lang="en-US" sz="1600" kern="1200" dirty="0">
              <a:solidFill>
                <a:srgbClr val="000066"/>
              </a:solidFill>
              <a:cs typeface="B Mitra" panose="00000400000000000000" pitchFamily="2" charset="-78"/>
            </a:rPr>
            <a:t>Pinterest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4EAECC86-FF5F-4BDE-9656-78DDAF57E4FE}" type="parTrans" cxnId="{E33E3FDE-A322-4C58-810C-359CC2D97477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E609FE9-3973-4131-8893-80BDB4EDFBA1}" type="sibTrans" cxnId="{E33E3FDE-A322-4C58-810C-359CC2D97477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8C169C3-CD8D-40B6-A6A0-C5E040F629E2}">
      <dgm:prSet phldrT="[Text]" custT="1"/>
      <dgm:spPr>
        <a:solidFill>
          <a:srgbClr val="D49CAD"/>
        </a:solidFill>
        <a:ln>
          <a:noFill/>
        </a:ln>
        <a:effectLst/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معرفی دهان به دهان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A5A6A7A7-E77A-4F9C-A0F8-6C52071D3BE5}" type="parTrans" cxnId="{BCD30CB3-12AE-4BE2-8067-5E20FAD9F8C0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sz="1600"/>
        </a:p>
      </dgm:t>
    </dgm:pt>
    <dgm:pt modelId="{D0FFCBE6-05C7-4AEC-BFF7-6FA78DFA65FC}" type="sibTrans" cxnId="{BCD30CB3-12AE-4BE2-8067-5E20FAD9F8C0}">
      <dgm:prSet/>
      <dgm:spPr/>
      <dgm:t>
        <a:bodyPr/>
        <a:lstStyle/>
        <a:p>
          <a:endParaRPr lang="en-US" sz="1600"/>
        </a:p>
      </dgm:t>
    </dgm:pt>
    <dgm:pt modelId="{A1D948FC-7248-4DDB-B58A-5AF263FADA6F}">
      <dgm:prSet phldrT="[Text]" custT="1"/>
      <dgm:spPr>
        <a:solidFill>
          <a:srgbClr val="D49CAD"/>
        </a:solidFill>
      </dgm:spPr>
      <dgm:t>
        <a:bodyPr/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هر رفتار </a:t>
          </a: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ما </a:t>
          </a:r>
          <a:r>
            <a:rPr lang="ar-SA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بیرون سالن</a:t>
          </a: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 / </a:t>
          </a:r>
          <a:r>
            <a:rPr lang="ar-SA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تو فضاهای عمومی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5F014777-B6E8-4F4C-98E2-E66FA17F70CB}" type="parTrans" cxnId="{52DDCDAF-1B5C-4FD7-B1D2-8291110ED05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sz="1600"/>
        </a:p>
      </dgm:t>
    </dgm:pt>
    <dgm:pt modelId="{523F18C3-8CE8-4C27-A53B-7FC9D16C0D8A}" type="sibTrans" cxnId="{52DDCDAF-1B5C-4FD7-B1D2-8291110ED055}">
      <dgm:prSet/>
      <dgm:spPr/>
      <dgm:t>
        <a:bodyPr/>
        <a:lstStyle/>
        <a:p>
          <a:endParaRPr lang="en-US" sz="1600"/>
        </a:p>
      </dgm:t>
    </dgm:pt>
    <dgm:pt modelId="{63D0F561-3EF1-4A9B-ABAF-4537865D8109}" type="pres">
      <dgm:prSet presAssocID="{BF904027-7CB4-4490-94B1-BBAAB507092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5A538A1-1DCB-452A-9D99-C9AA37AC1F13}" type="pres">
      <dgm:prSet presAssocID="{4ECAF36E-C432-49B9-B9CA-7312C14AA3AC}" presName="centerShape" presStyleLbl="node0" presStyleIdx="0" presStyleCnt="1"/>
      <dgm:spPr/>
    </dgm:pt>
    <dgm:pt modelId="{A1E6C3AD-546A-4FDE-920F-91079309126F}" type="pres">
      <dgm:prSet presAssocID="{A5A6A7A7-E77A-4F9C-A0F8-6C52071D3BE5}" presName="parTrans" presStyleLbl="bgSibTrans2D1" presStyleIdx="0" presStyleCnt="8"/>
      <dgm:spPr/>
    </dgm:pt>
    <dgm:pt modelId="{17B4D8BE-AD5A-4DB9-AFC7-F6BAE0E82486}" type="pres">
      <dgm:prSet presAssocID="{C8C169C3-CD8D-40B6-A6A0-C5E040F629E2}" presName="node" presStyleLbl="node1" presStyleIdx="0" presStyleCnt="8">
        <dgm:presLayoutVars>
          <dgm:bulletEnabled val="1"/>
        </dgm:presLayoutVars>
      </dgm:prSet>
      <dgm:spPr>
        <a:xfrm>
          <a:off x="1714590" y="3451538"/>
          <a:ext cx="1298926" cy="1039140"/>
        </a:xfrm>
        <a:prstGeom prst="roundRect">
          <a:avLst>
            <a:gd name="adj" fmla="val 10000"/>
          </a:avLst>
        </a:prstGeom>
      </dgm:spPr>
    </dgm:pt>
    <dgm:pt modelId="{88BF75C1-5316-4394-9710-DDCA01C961B5}" type="pres">
      <dgm:prSet presAssocID="{5F014777-B6E8-4F4C-98E2-E66FA17F70CB}" presName="parTrans" presStyleLbl="bgSibTrans2D1" presStyleIdx="1" presStyleCnt="8"/>
      <dgm:spPr/>
    </dgm:pt>
    <dgm:pt modelId="{D8A9509F-0BA4-4CD3-B80A-B1E4EE931278}" type="pres">
      <dgm:prSet presAssocID="{A1D948FC-7248-4DDB-B58A-5AF263FADA6F}" presName="node" presStyleLbl="node1" presStyleIdx="1" presStyleCnt="8">
        <dgm:presLayoutVars>
          <dgm:bulletEnabled val="1"/>
        </dgm:presLayoutVars>
      </dgm:prSet>
      <dgm:spPr/>
    </dgm:pt>
    <dgm:pt modelId="{3BB51523-DE57-40BD-9922-91B90AF31793}" type="pres">
      <dgm:prSet presAssocID="{8ACC1060-062C-4C6D-ACF6-4B78A4A660CD}" presName="parTrans" presStyleLbl="bgSibTrans2D1" presStyleIdx="2" presStyleCnt="8"/>
      <dgm:spPr/>
    </dgm:pt>
    <dgm:pt modelId="{7BCD5688-487C-4926-A4F3-AD49D58E18CB}" type="pres">
      <dgm:prSet presAssocID="{A4189271-E05C-457D-A055-6FC2A2A0F1EF}" presName="node" presStyleLbl="node1" presStyleIdx="2" presStyleCnt="8">
        <dgm:presLayoutVars>
          <dgm:bulletEnabled val="1"/>
        </dgm:presLayoutVars>
      </dgm:prSet>
      <dgm:spPr/>
    </dgm:pt>
    <dgm:pt modelId="{2A40A558-9207-4B25-B35A-22C747BE2967}" type="pres">
      <dgm:prSet presAssocID="{74A865EC-44BF-42AD-9979-F1A567CCC66E}" presName="parTrans" presStyleLbl="bgSibTrans2D1" presStyleIdx="3" presStyleCnt="8"/>
      <dgm:spPr/>
    </dgm:pt>
    <dgm:pt modelId="{349FCF7F-8CB4-4FF6-B777-A344F2F2B232}" type="pres">
      <dgm:prSet presAssocID="{953091AE-9215-4952-B563-B598C85A98BE}" presName="node" presStyleLbl="node1" presStyleIdx="3" presStyleCnt="8">
        <dgm:presLayoutVars>
          <dgm:bulletEnabled val="1"/>
        </dgm:presLayoutVars>
      </dgm:prSet>
      <dgm:spPr/>
    </dgm:pt>
    <dgm:pt modelId="{0F0EF329-C0DD-400D-A066-56D1C13E4456}" type="pres">
      <dgm:prSet presAssocID="{665CFB82-35F1-43D3-A02B-D0C576907D65}" presName="parTrans" presStyleLbl="bgSibTrans2D1" presStyleIdx="4" presStyleCnt="8"/>
      <dgm:spPr/>
    </dgm:pt>
    <dgm:pt modelId="{26E056C1-4AB9-4523-BAA2-911997531FD3}" type="pres">
      <dgm:prSet presAssocID="{8C4BC59E-7FFE-4620-8237-81D6A6B0CEBC}" presName="node" presStyleLbl="node1" presStyleIdx="4" presStyleCnt="8">
        <dgm:presLayoutVars>
          <dgm:bulletEnabled val="1"/>
        </dgm:presLayoutVars>
      </dgm:prSet>
      <dgm:spPr/>
    </dgm:pt>
    <dgm:pt modelId="{C4B598AD-FA59-4C92-9CE4-541BE6E0B23E}" type="pres">
      <dgm:prSet presAssocID="{4EAECC86-FF5F-4BDE-9656-78DDAF57E4FE}" presName="parTrans" presStyleLbl="bgSibTrans2D1" presStyleIdx="5" presStyleCnt="8"/>
      <dgm:spPr/>
    </dgm:pt>
    <dgm:pt modelId="{DFF59125-0502-45D4-845A-5CC1CA2A0227}" type="pres">
      <dgm:prSet presAssocID="{55A0F54A-8676-4A5C-9B9D-5B05926F3308}" presName="node" presStyleLbl="node1" presStyleIdx="5" presStyleCnt="8">
        <dgm:presLayoutVars>
          <dgm:bulletEnabled val="1"/>
        </dgm:presLayoutVars>
      </dgm:prSet>
      <dgm:spPr/>
    </dgm:pt>
    <dgm:pt modelId="{0FE26C76-3AC0-4A2A-930C-3A75435BC2E4}" type="pres">
      <dgm:prSet presAssocID="{20301F58-8CE8-499F-8D2D-D1522C9D6EC7}" presName="parTrans" presStyleLbl="bgSibTrans2D1" presStyleIdx="6" presStyleCnt="8"/>
      <dgm:spPr/>
    </dgm:pt>
    <dgm:pt modelId="{4931DC46-82A0-43CF-B106-F172231C6B55}" type="pres">
      <dgm:prSet presAssocID="{CB2F22FB-E3BE-4880-9B85-C7C5BF292849}" presName="node" presStyleLbl="node1" presStyleIdx="6" presStyleCnt="8">
        <dgm:presLayoutVars>
          <dgm:bulletEnabled val="1"/>
        </dgm:presLayoutVars>
      </dgm:prSet>
      <dgm:spPr/>
    </dgm:pt>
    <dgm:pt modelId="{DFB71CC0-9185-425C-A4C1-8DE04CD84356}" type="pres">
      <dgm:prSet presAssocID="{A7EC6A7F-8ABC-4E2A-B319-9ED7CC972F34}" presName="parTrans" presStyleLbl="bgSibTrans2D1" presStyleIdx="7" presStyleCnt="8"/>
      <dgm:spPr/>
    </dgm:pt>
    <dgm:pt modelId="{DAB91C29-933E-4FCC-BD71-CA00925F256B}" type="pres">
      <dgm:prSet presAssocID="{1480101A-CEF2-4009-A7D8-FD60AE3D3F00}" presName="node" presStyleLbl="node1" presStyleIdx="7" presStyleCnt="8">
        <dgm:presLayoutVars>
          <dgm:bulletEnabled val="1"/>
        </dgm:presLayoutVars>
      </dgm:prSet>
      <dgm:spPr/>
    </dgm:pt>
  </dgm:ptLst>
  <dgm:cxnLst>
    <dgm:cxn modelId="{7A673503-3831-4415-8987-D09D2F7BE0F2}" type="presOf" srcId="{8C4BC59E-7FFE-4620-8237-81D6A6B0CEBC}" destId="{26E056C1-4AB9-4523-BAA2-911997531FD3}" srcOrd="0" destOrd="0" presId="urn:microsoft.com/office/officeart/2005/8/layout/radial4"/>
    <dgm:cxn modelId="{EDF78A0E-5E4E-4070-B82D-EBAC8AB24E7C}" type="presOf" srcId="{BF904027-7CB4-4490-94B1-BBAAB5070924}" destId="{63D0F561-3EF1-4A9B-ABAF-4537865D8109}" srcOrd="0" destOrd="0" presId="urn:microsoft.com/office/officeart/2005/8/layout/radial4"/>
    <dgm:cxn modelId="{305EA91E-7F44-4928-8AC5-08E770481F5F}" type="presOf" srcId="{55A0F54A-8676-4A5C-9B9D-5B05926F3308}" destId="{DFF59125-0502-45D4-845A-5CC1CA2A0227}" srcOrd="0" destOrd="0" presId="urn:microsoft.com/office/officeart/2005/8/layout/radial4"/>
    <dgm:cxn modelId="{1E5ACA5C-EC47-4340-A500-AE3F59E5CE17}" type="presOf" srcId="{5F014777-B6E8-4F4C-98E2-E66FA17F70CB}" destId="{88BF75C1-5316-4394-9710-DDCA01C961B5}" srcOrd="0" destOrd="0" presId="urn:microsoft.com/office/officeart/2005/8/layout/radial4"/>
    <dgm:cxn modelId="{8DB48A41-6D0B-4469-8D40-5D3146B9DBB9}" type="presOf" srcId="{CB2F22FB-E3BE-4880-9B85-C7C5BF292849}" destId="{4931DC46-82A0-43CF-B106-F172231C6B55}" srcOrd="0" destOrd="0" presId="urn:microsoft.com/office/officeart/2005/8/layout/radial4"/>
    <dgm:cxn modelId="{D97BFA42-3919-46A9-9256-9BA5727F4A34}" type="presOf" srcId="{A4189271-E05C-457D-A055-6FC2A2A0F1EF}" destId="{7BCD5688-487C-4926-A4F3-AD49D58E18CB}" srcOrd="0" destOrd="0" presId="urn:microsoft.com/office/officeart/2005/8/layout/radial4"/>
    <dgm:cxn modelId="{E2DAC943-5E0C-4C28-A967-95A0C63833B0}" srcId="{BF904027-7CB4-4490-94B1-BBAAB5070924}" destId="{4ECAF36E-C432-49B9-B9CA-7312C14AA3AC}" srcOrd="0" destOrd="0" parTransId="{C6F6B153-C0DD-4766-80BF-98C91EB94559}" sibTransId="{3F357B29-DEA6-4327-9B32-0A094D723ED5}"/>
    <dgm:cxn modelId="{38BC7E6A-9F87-42E8-A07A-A67C0A40E58A}" type="presOf" srcId="{A1D948FC-7248-4DDB-B58A-5AF263FADA6F}" destId="{D8A9509F-0BA4-4CD3-B80A-B1E4EE931278}" srcOrd="0" destOrd="0" presId="urn:microsoft.com/office/officeart/2005/8/layout/radial4"/>
    <dgm:cxn modelId="{3710654D-545B-41B6-BAB4-89423FFD6FB5}" srcId="{4ECAF36E-C432-49B9-B9CA-7312C14AA3AC}" destId="{953091AE-9215-4952-B563-B598C85A98BE}" srcOrd="3" destOrd="0" parTransId="{74A865EC-44BF-42AD-9979-F1A567CCC66E}" sibTransId="{FF311649-A470-4CA3-9DEE-C2CA6F9BC0D3}"/>
    <dgm:cxn modelId="{9F25804D-3FE9-408F-8015-29FF9BC0D8A8}" type="presOf" srcId="{665CFB82-35F1-43D3-A02B-D0C576907D65}" destId="{0F0EF329-C0DD-400D-A066-56D1C13E4456}" srcOrd="0" destOrd="0" presId="urn:microsoft.com/office/officeart/2005/8/layout/radial4"/>
    <dgm:cxn modelId="{55328F7A-FF33-4229-841E-4564DDA672CB}" srcId="{4ECAF36E-C432-49B9-B9CA-7312C14AA3AC}" destId="{CB2F22FB-E3BE-4880-9B85-C7C5BF292849}" srcOrd="6" destOrd="0" parTransId="{20301F58-8CE8-499F-8D2D-D1522C9D6EC7}" sibTransId="{02EF54F9-85FB-48CC-884D-B5DB933E2226}"/>
    <dgm:cxn modelId="{2838F789-8CBB-4C78-89E5-DF4E8A12E3CF}" type="presOf" srcId="{4EAECC86-FF5F-4BDE-9656-78DDAF57E4FE}" destId="{C4B598AD-FA59-4C92-9CE4-541BE6E0B23E}" srcOrd="0" destOrd="0" presId="urn:microsoft.com/office/officeart/2005/8/layout/radial4"/>
    <dgm:cxn modelId="{2F636093-7521-4D9D-A107-5A2344AF4073}" srcId="{4ECAF36E-C432-49B9-B9CA-7312C14AA3AC}" destId="{A4189271-E05C-457D-A055-6FC2A2A0F1EF}" srcOrd="2" destOrd="0" parTransId="{8ACC1060-062C-4C6D-ACF6-4B78A4A660CD}" sibTransId="{4BE7A7A2-234D-4BEA-BE3B-C5838D8BAAD6}"/>
    <dgm:cxn modelId="{D289B394-5D18-4719-B21E-7FB0E696DE6F}" type="presOf" srcId="{1480101A-CEF2-4009-A7D8-FD60AE3D3F00}" destId="{DAB91C29-933E-4FCC-BD71-CA00925F256B}" srcOrd="0" destOrd="0" presId="urn:microsoft.com/office/officeart/2005/8/layout/radial4"/>
    <dgm:cxn modelId="{AF03BB9A-1075-4630-971B-A99C2F23C4EF}" type="presOf" srcId="{A5A6A7A7-E77A-4F9C-A0F8-6C52071D3BE5}" destId="{A1E6C3AD-546A-4FDE-920F-91079309126F}" srcOrd="0" destOrd="0" presId="urn:microsoft.com/office/officeart/2005/8/layout/radial4"/>
    <dgm:cxn modelId="{A3EA519D-B995-46C7-82E4-232DB5AE207F}" type="presOf" srcId="{8ACC1060-062C-4C6D-ACF6-4B78A4A660CD}" destId="{3BB51523-DE57-40BD-9922-91B90AF31793}" srcOrd="0" destOrd="0" presId="urn:microsoft.com/office/officeart/2005/8/layout/radial4"/>
    <dgm:cxn modelId="{BE76AEAF-4FBF-4BFF-AA00-B0559897C6F9}" srcId="{4ECAF36E-C432-49B9-B9CA-7312C14AA3AC}" destId="{8C4BC59E-7FFE-4620-8237-81D6A6B0CEBC}" srcOrd="4" destOrd="0" parTransId="{665CFB82-35F1-43D3-A02B-D0C576907D65}" sibTransId="{C19A2FB0-1741-4F6A-AE26-BFB698AF39EA}"/>
    <dgm:cxn modelId="{52DDCDAF-1B5C-4FD7-B1D2-8291110ED055}" srcId="{4ECAF36E-C432-49B9-B9CA-7312C14AA3AC}" destId="{A1D948FC-7248-4DDB-B58A-5AF263FADA6F}" srcOrd="1" destOrd="0" parTransId="{5F014777-B6E8-4F4C-98E2-E66FA17F70CB}" sibTransId="{523F18C3-8CE8-4C27-A53B-7FC9D16C0D8A}"/>
    <dgm:cxn modelId="{BCD30CB3-12AE-4BE2-8067-5E20FAD9F8C0}" srcId="{4ECAF36E-C432-49B9-B9CA-7312C14AA3AC}" destId="{C8C169C3-CD8D-40B6-A6A0-C5E040F629E2}" srcOrd="0" destOrd="0" parTransId="{A5A6A7A7-E77A-4F9C-A0F8-6C52071D3BE5}" sibTransId="{D0FFCBE6-05C7-4AEC-BFF7-6FA78DFA65FC}"/>
    <dgm:cxn modelId="{6404B9BE-985B-4025-9821-7A281EADA15A}" type="presOf" srcId="{C8C169C3-CD8D-40B6-A6A0-C5E040F629E2}" destId="{17B4D8BE-AD5A-4DB9-AFC7-F6BAE0E82486}" srcOrd="0" destOrd="0" presId="urn:microsoft.com/office/officeart/2005/8/layout/radial4"/>
    <dgm:cxn modelId="{8C121AD5-7547-46B3-93D4-B933E92DF912}" type="presOf" srcId="{20301F58-8CE8-499F-8D2D-D1522C9D6EC7}" destId="{0FE26C76-3AC0-4A2A-930C-3A75435BC2E4}" srcOrd="0" destOrd="0" presId="urn:microsoft.com/office/officeart/2005/8/layout/radial4"/>
    <dgm:cxn modelId="{E06AAFD8-F9EA-4AD2-822C-15A33BCAAA28}" type="presOf" srcId="{953091AE-9215-4952-B563-B598C85A98BE}" destId="{349FCF7F-8CB4-4FF6-B777-A344F2F2B232}" srcOrd="0" destOrd="0" presId="urn:microsoft.com/office/officeart/2005/8/layout/radial4"/>
    <dgm:cxn modelId="{A3F209DA-A0DF-42F7-B02B-B4F738384C29}" type="presOf" srcId="{74A865EC-44BF-42AD-9979-F1A567CCC66E}" destId="{2A40A558-9207-4B25-B35A-22C747BE2967}" srcOrd="0" destOrd="0" presId="urn:microsoft.com/office/officeart/2005/8/layout/radial4"/>
    <dgm:cxn modelId="{E33E3FDE-A322-4C58-810C-359CC2D97477}" srcId="{4ECAF36E-C432-49B9-B9CA-7312C14AA3AC}" destId="{55A0F54A-8676-4A5C-9B9D-5B05926F3308}" srcOrd="5" destOrd="0" parTransId="{4EAECC86-FF5F-4BDE-9656-78DDAF57E4FE}" sibTransId="{0E609FE9-3973-4131-8893-80BDB4EDFBA1}"/>
    <dgm:cxn modelId="{7DEC50F3-4685-44D9-B720-A9BDF20427EA}" type="presOf" srcId="{4ECAF36E-C432-49B9-B9CA-7312C14AA3AC}" destId="{25A538A1-1DCB-452A-9D99-C9AA37AC1F13}" srcOrd="0" destOrd="0" presId="urn:microsoft.com/office/officeart/2005/8/layout/radial4"/>
    <dgm:cxn modelId="{7CA98CFA-FACC-43C2-830D-F1701B5EED47}" type="presOf" srcId="{A7EC6A7F-8ABC-4E2A-B319-9ED7CC972F34}" destId="{DFB71CC0-9185-425C-A4C1-8DE04CD84356}" srcOrd="0" destOrd="0" presId="urn:microsoft.com/office/officeart/2005/8/layout/radial4"/>
    <dgm:cxn modelId="{7DE09CFD-93D6-48F2-9B6B-778323E7519F}" srcId="{4ECAF36E-C432-49B9-B9CA-7312C14AA3AC}" destId="{1480101A-CEF2-4009-A7D8-FD60AE3D3F00}" srcOrd="7" destOrd="0" parTransId="{A7EC6A7F-8ABC-4E2A-B319-9ED7CC972F34}" sibTransId="{4E826411-D02B-4909-A9D6-3307E7287DB1}"/>
    <dgm:cxn modelId="{AE33DEA9-96A4-4234-8362-E2D036E39E86}" type="presParOf" srcId="{63D0F561-3EF1-4A9B-ABAF-4537865D8109}" destId="{25A538A1-1DCB-452A-9D99-C9AA37AC1F13}" srcOrd="0" destOrd="0" presId="urn:microsoft.com/office/officeart/2005/8/layout/radial4"/>
    <dgm:cxn modelId="{0326826B-7B6D-4DF2-BC80-CDD23477C8AA}" type="presParOf" srcId="{63D0F561-3EF1-4A9B-ABAF-4537865D8109}" destId="{A1E6C3AD-546A-4FDE-920F-91079309126F}" srcOrd="1" destOrd="0" presId="urn:microsoft.com/office/officeart/2005/8/layout/radial4"/>
    <dgm:cxn modelId="{38369D42-2F0C-442D-BB61-E8B2BFD1CC19}" type="presParOf" srcId="{63D0F561-3EF1-4A9B-ABAF-4537865D8109}" destId="{17B4D8BE-AD5A-4DB9-AFC7-F6BAE0E82486}" srcOrd="2" destOrd="0" presId="urn:microsoft.com/office/officeart/2005/8/layout/radial4"/>
    <dgm:cxn modelId="{23259A1B-0D4A-4ED1-85D0-AFA2B54D71F7}" type="presParOf" srcId="{63D0F561-3EF1-4A9B-ABAF-4537865D8109}" destId="{88BF75C1-5316-4394-9710-DDCA01C961B5}" srcOrd="3" destOrd="0" presId="urn:microsoft.com/office/officeart/2005/8/layout/radial4"/>
    <dgm:cxn modelId="{44E14B35-6C9A-4BCE-9E28-BF6511A2FCB9}" type="presParOf" srcId="{63D0F561-3EF1-4A9B-ABAF-4537865D8109}" destId="{D8A9509F-0BA4-4CD3-B80A-B1E4EE931278}" srcOrd="4" destOrd="0" presId="urn:microsoft.com/office/officeart/2005/8/layout/radial4"/>
    <dgm:cxn modelId="{2E7557FA-43FB-41BB-836A-9D84995D3FA2}" type="presParOf" srcId="{63D0F561-3EF1-4A9B-ABAF-4537865D8109}" destId="{3BB51523-DE57-40BD-9922-91B90AF31793}" srcOrd="5" destOrd="0" presId="urn:microsoft.com/office/officeart/2005/8/layout/radial4"/>
    <dgm:cxn modelId="{9C599DAA-FFA3-459B-8876-CB56FEED002C}" type="presParOf" srcId="{63D0F561-3EF1-4A9B-ABAF-4537865D8109}" destId="{7BCD5688-487C-4926-A4F3-AD49D58E18CB}" srcOrd="6" destOrd="0" presId="urn:microsoft.com/office/officeart/2005/8/layout/radial4"/>
    <dgm:cxn modelId="{EB6A3E76-FA4A-4514-AE7D-EAF1ABC9FBF8}" type="presParOf" srcId="{63D0F561-3EF1-4A9B-ABAF-4537865D8109}" destId="{2A40A558-9207-4B25-B35A-22C747BE2967}" srcOrd="7" destOrd="0" presId="urn:microsoft.com/office/officeart/2005/8/layout/radial4"/>
    <dgm:cxn modelId="{5BCC8143-C070-4636-B1B2-1257B6D2B915}" type="presParOf" srcId="{63D0F561-3EF1-4A9B-ABAF-4537865D8109}" destId="{349FCF7F-8CB4-4FF6-B777-A344F2F2B232}" srcOrd="8" destOrd="0" presId="urn:microsoft.com/office/officeart/2005/8/layout/radial4"/>
    <dgm:cxn modelId="{D39ABD90-5F13-43F7-BB34-F990C1AA8265}" type="presParOf" srcId="{63D0F561-3EF1-4A9B-ABAF-4537865D8109}" destId="{0F0EF329-C0DD-400D-A066-56D1C13E4456}" srcOrd="9" destOrd="0" presId="urn:microsoft.com/office/officeart/2005/8/layout/radial4"/>
    <dgm:cxn modelId="{B9115BB2-5910-4D28-B09F-F3C76C952ADB}" type="presParOf" srcId="{63D0F561-3EF1-4A9B-ABAF-4537865D8109}" destId="{26E056C1-4AB9-4523-BAA2-911997531FD3}" srcOrd="10" destOrd="0" presId="urn:microsoft.com/office/officeart/2005/8/layout/radial4"/>
    <dgm:cxn modelId="{CF26604F-83BE-4248-94B8-1C073211CC60}" type="presParOf" srcId="{63D0F561-3EF1-4A9B-ABAF-4537865D8109}" destId="{C4B598AD-FA59-4C92-9CE4-541BE6E0B23E}" srcOrd="11" destOrd="0" presId="urn:microsoft.com/office/officeart/2005/8/layout/radial4"/>
    <dgm:cxn modelId="{8F093230-CB2C-4590-80C0-E2EED81FDD8D}" type="presParOf" srcId="{63D0F561-3EF1-4A9B-ABAF-4537865D8109}" destId="{DFF59125-0502-45D4-845A-5CC1CA2A0227}" srcOrd="12" destOrd="0" presId="urn:microsoft.com/office/officeart/2005/8/layout/radial4"/>
    <dgm:cxn modelId="{B76361F0-6CB9-47AF-BF73-1F1EC8CC2693}" type="presParOf" srcId="{63D0F561-3EF1-4A9B-ABAF-4537865D8109}" destId="{0FE26C76-3AC0-4A2A-930C-3A75435BC2E4}" srcOrd="13" destOrd="0" presId="urn:microsoft.com/office/officeart/2005/8/layout/radial4"/>
    <dgm:cxn modelId="{3043CB70-4DBD-4CD4-AE9B-D7AE3E2DC20C}" type="presParOf" srcId="{63D0F561-3EF1-4A9B-ABAF-4537865D8109}" destId="{4931DC46-82A0-43CF-B106-F172231C6B55}" srcOrd="14" destOrd="0" presId="urn:microsoft.com/office/officeart/2005/8/layout/radial4"/>
    <dgm:cxn modelId="{5C26AAB9-D00C-4EE8-800B-F580E22589E3}" type="presParOf" srcId="{63D0F561-3EF1-4A9B-ABAF-4537865D8109}" destId="{DFB71CC0-9185-425C-A4C1-8DE04CD84356}" srcOrd="15" destOrd="0" presId="urn:microsoft.com/office/officeart/2005/8/layout/radial4"/>
    <dgm:cxn modelId="{AD843914-10DA-4236-A6D2-F5AF643D0751}" type="presParOf" srcId="{63D0F561-3EF1-4A9B-ABAF-4537865D8109}" destId="{DAB91C29-933E-4FCC-BD71-CA00925F256B}" srcOrd="1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E25ACAC-F472-4683-9D93-A9C84E2D3383}" type="doc">
      <dgm:prSet loTypeId="urn:microsoft.com/office/officeart/2009/3/layout/StepUp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3604EF-4C81-436F-A110-C2D8CF873DD6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8FDBF99-64DB-4B50-84AA-9C278B364F0C}" type="par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A198B5A-4BBE-4482-A767-64E58E57333F}" type="sib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8DE07D1-5530-4B79-89D3-DFA202C3C328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1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b="1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C6BB605-2200-4881-9BD4-77CCBA513FBC}" type="par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D47584B-0491-45C1-97AB-BF206B5F78A8}" type="sib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7AD4B247-CE63-49EC-84BB-1201BDB8B43D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668695E-D829-471C-AC10-661946DDC740}" type="par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BF2C316-29B6-4C46-BDAA-AFB2E55EB5AF}" type="sib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F2273D0-51C7-46B6-84E5-287A1AF69FB5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C36DC3-A6D4-40F5-920C-8031DA7A21B4}" type="par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045532E-537A-4AA2-9896-8362A964D0C7}" type="sib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EE5724D-F9BF-4FCB-A0FA-B94D87A5EF35}">
      <dgm:prSet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1D1AC5C-38B6-4132-A117-D847E8FE0DFE}" type="par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365ABA2-9B79-4149-BE2F-73D735F3A4C7}" type="sib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DC8559C4-587C-4BB8-A872-78AE3DB83960}" type="pres">
      <dgm:prSet presAssocID="{1E25ACAC-F472-4683-9D93-A9C84E2D3383}" presName="rootnode" presStyleCnt="0">
        <dgm:presLayoutVars>
          <dgm:chMax/>
          <dgm:chPref/>
          <dgm:dir/>
          <dgm:animLvl val="lvl"/>
        </dgm:presLayoutVars>
      </dgm:prSet>
      <dgm:spPr/>
    </dgm:pt>
    <dgm:pt modelId="{3B0E19FC-E3C0-4138-9A48-BC0D2424E1E4}" type="pres">
      <dgm:prSet presAssocID="{AD3604EF-4C81-436F-A110-C2D8CF873DD6}" presName="composite" presStyleCnt="0"/>
      <dgm:spPr/>
    </dgm:pt>
    <dgm:pt modelId="{C812CB3C-0340-43CF-A198-8CED48458631}" type="pres">
      <dgm:prSet presAssocID="{AD3604EF-4C81-436F-A110-C2D8CF873DD6}" presName="LShape" presStyleLbl="alignNode1" presStyleIdx="0" presStyleCnt="9"/>
      <dgm:spPr>
        <a:solidFill>
          <a:srgbClr val="7A364B"/>
        </a:solidFill>
        <a:ln>
          <a:noFill/>
        </a:ln>
      </dgm:spPr>
    </dgm:pt>
    <dgm:pt modelId="{B8B1D505-CF74-4719-ACF9-459B767E3307}" type="pres">
      <dgm:prSet presAssocID="{AD3604EF-4C81-436F-A110-C2D8CF873DD6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8CB1DA42-4248-472D-A039-1A258F25934A}" type="pres">
      <dgm:prSet presAssocID="{AD3604EF-4C81-436F-A110-C2D8CF873DD6}" presName="Triangle" presStyleLbl="alignNode1" presStyleIdx="1" presStyleCnt="9"/>
      <dgm:spPr>
        <a:solidFill>
          <a:srgbClr val="374183"/>
        </a:solidFill>
      </dgm:spPr>
    </dgm:pt>
    <dgm:pt modelId="{A9457D96-B755-4312-B27A-14F92B2492B9}" type="pres">
      <dgm:prSet presAssocID="{4A198B5A-4BBE-4482-A767-64E58E57333F}" presName="sibTrans" presStyleCnt="0"/>
      <dgm:spPr/>
    </dgm:pt>
    <dgm:pt modelId="{E5D7204D-EFBE-4570-AA30-56B2B06D3729}" type="pres">
      <dgm:prSet presAssocID="{4A198B5A-4BBE-4482-A767-64E58E57333F}" presName="space" presStyleCnt="0"/>
      <dgm:spPr/>
    </dgm:pt>
    <dgm:pt modelId="{E54F54BD-4AEB-4DFA-B3DC-D928BE0BA9AA}" type="pres">
      <dgm:prSet presAssocID="{B8DE07D1-5530-4B79-89D3-DFA202C3C328}" presName="composite" presStyleCnt="0"/>
      <dgm:spPr/>
    </dgm:pt>
    <dgm:pt modelId="{21B4FA9E-32F9-46C1-9FF7-CBD2CE92CD42}" type="pres">
      <dgm:prSet presAssocID="{B8DE07D1-5530-4B79-89D3-DFA202C3C328}" presName="LShape" presStyleLbl="alignNode1" presStyleIdx="2" presStyleCnt="9"/>
      <dgm:spPr>
        <a:solidFill>
          <a:srgbClr val="7A364B"/>
        </a:solidFill>
        <a:ln>
          <a:noFill/>
        </a:ln>
      </dgm:spPr>
    </dgm:pt>
    <dgm:pt modelId="{6C1F6867-68E1-43FE-B352-330C8C101CC0}" type="pres">
      <dgm:prSet presAssocID="{B8DE07D1-5530-4B79-89D3-DFA202C3C328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10F7C7B-EB4A-4A1C-9855-9724ABA5C69D}" type="pres">
      <dgm:prSet presAssocID="{B8DE07D1-5530-4B79-89D3-DFA202C3C328}" presName="Triangle" presStyleLbl="alignNode1" presStyleIdx="3" presStyleCnt="9"/>
      <dgm:spPr>
        <a:solidFill>
          <a:srgbClr val="374183"/>
        </a:solidFill>
      </dgm:spPr>
    </dgm:pt>
    <dgm:pt modelId="{C6CF9954-EE6F-4016-ABFE-AEFBC3D0FBB6}" type="pres">
      <dgm:prSet presAssocID="{0D47584B-0491-45C1-97AB-BF206B5F78A8}" presName="sibTrans" presStyleCnt="0"/>
      <dgm:spPr/>
    </dgm:pt>
    <dgm:pt modelId="{FA3B2954-05B0-44A2-9C31-6E38DBF051B0}" type="pres">
      <dgm:prSet presAssocID="{0D47584B-0491-45C1-97AB-BF206B5F78A8}" presName="space" presStyleCnt="0"/>
      <dgm:spPr/>
    </dgm:pt>
    <dgm:pt modelId="{8D7622A8-1532-47BD-B6F8-8A1EB7924DD0}" type="pres">
      <dgm:prSet presAssocID="{9F2273D0-51C7-46B6-84E5-287A1AF69FB5}" presName="composite" presStyleCnt="0"/>
      <dgm:spPr/>
    </dgm:pt>
    <dgm:pt modelId="{C8400550-72AC-4E67-B438-B3D39895F942}" type="pres">
      <dgm:prSet presAssocID="{9F2273D0-51C7-46B6-84E5-287A1AF69FB5}" presName="LShape" presStyleLbl="alignNode1" presStyleIdx="4" presStyleCnt="9"/>
      <dgm:spPr>
        <a:solidFill>
          <a:srgbClr val="7A364B"/>
        </a:solidFill>
        <a:ln>
          <a:noFill/>
        </a:ln>
      </dgm:spPr>
    </dgm:pt>
    <dgm:pt modelId="{83159A42-36AD-480F-8CB9-15DDDF45A5B9}" type="pres">
      <dgm:prSet presAssocID="{9F2273D0-51C7-46B6-84E5-287A1AF69FB5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2AA2FE6-FBE5-4BCF-A215-9F4E63E2F49B}" type="pres">
      <dgm:prSet presAssocID="{9F2273D0-51C7-46B6-84E5-287A1AF69FB5}" presName="Triangle" presStyleLbl="alignNode1" presStyleIdx="5" presStyleCnt="9"/>
      <dgm:spPr>
        <a:solidFill>
          <a:srgbClr val="374183"/>
        </a:solidFill>
      </dgm:spPr>
    </dgm:pt>
    <dgm:pt modelId="{19B74EE6-E2C3-47FB-A4EC-B0703AF9552A}" type="pres">
      <dgm:prSet presAssocID="{3045532E-537A-4AA2-9896-8362A964D0C7}" presName="sibTrans" presStyleCnt="0"/>
      <dgm:spPr/>
    </dgm:pt>
    <dgm:pt modelId="{5812B38B-7435-4B46-9764-558D93BDC873}" type="pres">
      <dgm:prSet presAssocID="{3045532E-537A-4AA2-9896-8362A964D0C7}" presName="space" presStyleCnt="0"/>
      <dgm:spPr/>
    </dgm:pt>
    <dgm:pt modelId="{BA72CBFE-E8C0-469E-8A4A-2756415740FC}" type="pres">
      <dgm:prSet presAssocID="{CEE5724D-F9BF-4FCB-A0FA-B94D87A5EF35}" presName="composite" presStyleCnt="0"/>
      <dgm:spPr/>
    </dgm:pt>
    <dgm:pt modelId="{27FA66C9-B787-449A-A989-19441E9EAD5B}" type="pres">
      <dgm:prSet presAssocID="{CEE5724D-F9BF-4FCB-A0FA-B94D87A5EF35}" presName="LShape" presStyleLbl="alignNode1" presStyleIdx="6" presStyleCnt="9"/>
      <dgm:spPr>
        <a:solidFill>
          <a:srgbClr val="7A364B"/>
        </a:solidFill>
        <a:ln>
          <a:noFill/>
        </a:ln>
      </dgm:spPr>
    </dgm:pt>
    <dgm:pt modelId="{076F701D-F089-4F60-BC5C-045696C09C60}" type="pres">
      <dgm:prSet presAssocID="{CEE5724D-F9BF-4FCB-A0FA-B94D87A5EF35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50E75A68-B861-4F09-B3F5-58A68E30711B}" type="pres">
      <dgm:prSet presAssocID="{CEE5724D-F9BF-4FCB-A0FA-B94D87A5EF35}" presName="Triangle" presStyleLbl="alignNode1" presStyleIdx="7" presStyleCnt="9"/>
      <dgm:spPr>
        <a:solidFill>
          <a:srgbClr val="374183"/>
        </a:solidFill>
      </dgm:spPr>
    </dgm:pt>
    <dgm:pt modelId="{BE647094-8634-4AED-879E-20757EDEB1CA}" type="pres">
      <dgm:prSet presAssocID="{0365ABA2-9B79-4149-BE2F-73D735F3A4C7}" presName="sibTrans" presStyleCnt="0"/>
      <dgm:spPr/>
    </dgm:pt>
    <dgm:pt modelId="{A40A3248-83B9-4992-A48B-C6AF46EE373E}" type="pres">
      <dgm:prSet presAssocID="{0365ABA2-9B79-4149-BE2F-73D735F3A4C7}" presName="space" presStyleCnt="0"/>
      <dgm:spPr/>
    </dgm:pt>
    <dgm:pt modelId="{7843ABB2-801E-45C4-9DAC-A0E16BF92032}" type="pres">
      <dgm:prSet presAssocID="{7AD4B247-CE63-49EC-84BB-1201BDB8B43D}" presName="composite" presStyleCnt="0"/>
      <dgm:spPr/>
    </dgm:pt>
    <dgm:pt modelId="{193D7A29-E9C8-416A-818F-3B37F0790590}" type="pres">
      <dgm:prSet presAssocID="{7AD4B247-CE63-49EC-84BB-1201BDB8B43D}" presName="LShape" presStyleLbl="alignNode1" presStyleIdx="8" presStyleCnt="9"/>
      <dgm:spPr>
        <a:solidFill>
          <a:srgbClr val="7A364B"/>
        </a:solidFill>
        <a:ln>
          <a:noFill/>
        </a:ln>
      </dgm:spPr>
    </dgm:pt>
    <dgm:pt modelId="{13B05E4F-D54C-4634-A8D4-7CD053159DE0}" type="pres">
      <dgm:prSet presAssocID="{7AD4B247-CE63-49EC-84BB-1201BDB8B43D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928D306-89BF-45A9-9AA8-F464B80A6362}" type="presOf" srcId="{7AD4B247-CE63-49EC-84BB-1201BDB8B43D}" destId="{13B05E4F-D54C-4634-A8D4-7CD053159DE0}" srcOrd="0" destOrd="0" presId="urn:microsoft.com/office/officeart/2009/3/layout/StepUpProcess"/>
    <dgm:cxn modelId="{960B8019-97BF-4FD0-BE73-5A10653393BE}" type="presOf" srcId="{AD3604EF-4C81-436F-A110-C2D8CF873DD6}" destId="{B8B1D505-CF74-4719-ACF9-459B767E3307}" srcOrd="0" destOrd="0" presId="urn:microsoft.com/office/officeart/2009/3/layout/StepUpProcess"/>
    <dgm:cxn modelId="{0E9A381F-A8BF-4479-B035-BE635C31CE99}" srcId="{1E25ACAC-F472-4683-9D93-A9C84E2D3383}" destId="{7AD4B247-CE63-49EC-84BB-1201BDB8B43D}" srcOrd="4" destOrd="0" parTransId="{1668695E-D829-471C-AC10-661946DDC740}" sibTransId="{8BF2C316-29B6-4C46-BDAA-AFB2E55EB5AF}"/>
    <dgm:cxn modelId="{1EBE0121-D9DF-441E-81C6-04C0C4EF972F}" type="presOf" srcId="{9F2273D0-51C7-46B6-84E5-287A1AF69FB5}" destId="{83159A42-36AD-480F-8CB9-15DDDF45A5B9}" srcOrd="0" destOrd="0" presId="urn:microsoft.com/office/officeart/2009/3/layout/StepUpProcess"/>
    <dgm:cxn modelId="{69987B73-139A-4C30-AC55-7CAB83997822}" type="presOf" srcId="{CEE5724D-F9BF-4FCB-A0FA-B94D87A5EF35}" destId="{076F701D-F089-4F60-BC5C-045696C09C60}" srcOrd="0" destOrd="0" presId="urn:microsoft.com/office/officeart/2009/3/layout/StepUpProcess"/>
    <dgm:cxn modelId="{7BC41989-0790-4ACA-BBC4-FC78F132BF66}" srcId="{1E25ACAC-F472-4683-9D93-A9C84E2D3383}" destId="{B8DE07D1-5530-4B79-89D3-DFA202C3C328}" srcOrd="1" destOrd="0" parTransId="{6C6BB605-2200-4881-9BD4-77CCBA513FBC}" sibTransId="{0D47584B-0491-45C1-97AB-BF206B5F78A8}"/>
    <dgm:cxn modelId="{2A372A8E-B68E-4A2C-8F26-8A881C4C34D0}" type="presOf" srcId="{B8DE07D1-5530-4B79-89D3-DFA202C3C328}" destId="{6C1F6867-68E1-43FE-B352-330C8C101CC0}" srcOrd="0" destOrd="0" presId="urn:microsoft.com/office/officeart/2009/3/layout/StepUpProcess"/>
    <dgm:cxn modelId="{7FC6579F-7F90-4F71-B2B3-0E70314E34A5}" srcId="{1E25ACAC-F472-4683-9D93-A9C84E2D3383}" destId="{9F2273D0-51C7-46B6-84E5-287A1AF69FB5}" srcOrd="2" destOrd="0" parTransId="{A4C36DC3-A6D4-40F5-920C-8031DA7A21B4}" sibTransId="{3045532E-537A-4AA2-9896-8362A964D0C7}"/>
    <dgm:cxn modelId="{0F94F7A9-D24B-406E-84FA-BAA215B524A2}" type="presOf" srcId="{1E25ACAC-F472-4683-9D93-A9C84E2D3383}" destId="{DC8559C4-587C-4BB8-A872-78AE3DB83960}" srcOrd="0" destOrd="0" presId="urn:microsoft.com/office/officeart/2009/3/layout/StepUpProcess"/>
    <dgm:cxn modelId="{0AE7D4B3-0D04-4F92-AD49-9F768354A91A}" srcId="{1E25ACAC-F472-4683-9D93-A9C84E2D3383}" destId="{AD3604EF-4C81-436F-A110-C2D8CF873DD6}" srcOrd="0" destOrd="0" parTransId="{68FDBF99-64DB-4B50-84AA-9C278B364F0C}" sibTransId="{4A198B5A-4BBE-4482-A767-64E58E57333F}"/>
    <dgm:cxn modelId="{F676A6CF-4314-4E7E-B7F7-6D6B9F793315}" srcId="{1E25ACAC-F472-4683-9D93-A9C84E2D3383}" destId="{CEE5724D-F9BF-4FCB-A0FA-B94D87A5EF35}" srcOrd="3" destOrd="0" parTransId="{F1D1AC5C-38B6-4132-A117-D847E8FE0DFE}" sibTransId="{0365ABA2-9B79-4149-BE2F-73D735F3A4C7}"/>
    <dgm:cxn modelId="{9B214C9A-DDD3-48E3-BCF1-9ECEB19F3ABB}" type="presParOf" srcId="{DC8559C4-587C-4BB8-A872-78AE3DB83960}" destId="{3B0E19FC-E3C0-4138-9A48-BC0D2424E1E4}" srcOrd="0" destOrd="0" presId="urn:microsoft.com/office/officeart/2009/3/layout/StepUpProcess"/>
    <dgm:cxn modelId="{8364BC68-83EE-4876-99C0-BB47052A94E4}" type="presParOf" srcId="{3B0E19FC-E3C0-4138-9A48-BC0D2424E1E4}" destId="{C812CB3C-0340-43CF-A198-8CED48458631}" srcOrd="0" destOrd="0" presId="urn:microsoft.com/office/officeart/2009/3/layout/StepUpProcess"/>
    <dgm:cxn modelId="{1DFD21EA-6D00-4163-857E-169AF618E601}" type="presParOf" srcId="{3B0E19FC-E3C0-4138-9A48-BC0D2424E1E4}" destId="{B8B1D505-CF74-4719-ACF9-459B767E3307}" srcOrd="1" destOrd="0" presId="urn:microsoft.com/office/officeart/2009/3/layout/StepUpProcess"/>
    <dgm:cxn modelId="{9D37E578-7E23-4CFA-B736-941088BB07DC}" type="presParOf" srcId="{3B0E19FC-E3C0-4138-9A48-BC0D2424E1E4}" destId="{8CB1DA42-4248-472D-A039-1A258F25934A}" srcOrd="2" destOrd="0" presId="urn:microsoft.com/office/officeart/2009/3/layout/StepUpProcess"/>
    <dgm:cxn modelId="{A340DC0C-82CE-4998-B260-D3620DE61BE2}" type="presParOf" srcId="{DC8559C4-587C-4BB8-A872-78AE3DB83960}" destId="{A9457D96-B755-4312-B27A-14F92B2492B9}" srcOrd="1" destOrd="0" presId="urn:microsoft.com/office/officeart/2009/3/layout/StepUpProcess"/>
    <dgm:cxn modelId="{87869829-1CB7-4C96-AC7D-26E77B2AD0D7}" type="presParOf" srcId="{A9457D96-B755-4312-B27A-14F92B2492B9}" destId="{E5D7204D-EFBE-4570-AA30-56B2B06D3729}" srcOrd="0" destOrd="0" presId="urn:microsoft.com/office/officeart/2009/3/layout/StepUpProcess"/>
    <dgm:cxn modelId="{331702AF-0848-4F95-B315-BFF777CF7E2C}" type="presParOf" srcId="{DC8559C4-587C-4BB8-A872-78AE3DB83960}" destId="{E54F54BD-4AEB-4DFA-B3DC-D928BE0BA9AA}" srcOrd="2" destOrd="0" presId="urn:microsoft.com/office/officeart/2009/3/layout/StepUpProcess"/>
    <dgm:cxn modelId="{DDA697BB-3197-44E8-87D3-845305F9F4A9}" type="presParOf" srcId="{E54F54BD-4AEB-4DFA-B3DC-D928BE0BA9AA}" destId="{21B4FA9E-32F9-46C1-9FF7-CBD2CE92CD42}" srcOrd="0" destOrd="0" presId="urn:microsoft.com/office/officeart/2009/3/layout/StepUpProcess"/>
    <dgm:cxn modelId="{712CA0F1-6501-4E7D-BF36-7D81A3F4CF00}" type="presParOf" srcId="{E54F54BD-4AEB-4DFA-B3DC-D928BE0BA9AA}" destId="{6C1F6867-68E1-43FE-B352-330C8C101CC0}" srcOrd="1" destOrd="0" presId="urn:microsoft.com/office/officeart/2009/3/layout/StepUpProcess"/>
    <dgm:cxn modelId="{A8013C13-5021-4643-9F09-D26D5C8E217D}" type="presParOf" srcId="{E54F54BD-4AEB-4DFA-B3DC-D928BE0BA9AA}" destId="{510F7C7B-EB4A-4A1C-9855-9724ABA5C69D}" srcOrd="2" destOrd="0" presId="urn:microsoft.com/office/officeart/2009/3/layout/StepUpProcess"/>
    <dgm:cxn modelId="{EB3BFA7A-DCD4-422E-AB3D-E0C4C18ED273}" type="presParOf" srcId="{DC8559C4-587C-4BB8-A872-78AE3DB83960}" destId="{C6CF9954-EE6F-4016-ABFE-AEFBC3D0FBB6}" srcOrd="3" destOrd="0" presId="urn:microsoft.com/office/officeart/2009/3/layout/StepUpProcess"/>
    <dgm:cxn modelId="{BC74CA1D-DF1C-493B-9023-F2837BA0BD3E}" type="presParOf" srcId="{C6CF9954-EE6F-4016-ABFE-AEFBC3D0FBB6}" destId="{FA3B2954-05B0-44A2-9C31-6E38DBF051B0}" srcOrd="0" destOrd="0" presId="urn:microsoft.com/office/officeart/2009/3/layout/StepUpProcess"/>
    <dgm:cxn modelId="{7B5DC4BA-ACCD-476F-8C78-B0F4338C66C4}" type="presParOf" srcId="{DC8559C4-587C-4BB8-A872-78AE3DB83960}" destId="{8D7622A8-1532-47BD-B6F8-8A1EB7924DD0}" srcOrd="4" destOrd="0" presId="urn:microsoft.com/office/officeart/2009/3/layout/StepUpProcess"/>
    <dgm:cxn modelId="{59F56EE4-C408-4C29-A8B3-71D81C9A5E94}" type="presParOf" srcId="{8D7622A8-1532-47BD-B6F8-8A1EB7924DD0}" destId="{C8400550-72AC-4E67-B438-B3D39895F942}" srcOrd="0" destOrd="0" presId="urn:microsoft.com/office/officeart/2009/3/layout/StepUpProcess"/>
    <dgm:cxn modelId="{267000DA-6CCE-4B3B-9DAE-3E14E2792745}" type="presParOf" srcId="{8D7622A8-1532-47BD-B6F8-8A1EB7924DD0}" destId="{83159A42-36AD-480F-8CB9-15DDDF45A5B9}" srcOrd="1" destOrd="0" presId="urn:microsoft.com/office/officeart/2009/3/layout/StepUpProcess"/>
    <dgm:cxn modelId="{F769EABB-0FD2-4A06-9BBC-14A2FE874865}" type="presParOf" srcId="{8D7622A8-1532-47BD-B6F8-8A1EB7924DD0}" destId="{42AA2FE6-FBE5-4BCF-A215-9F4E63E2F49B}" srcOrd="2" destOrd="0" presId="urn:microsoft.com/office/officeart/2009/3/layout/StepUpProcess"/>
    <dgm:cxn modelId="{85997141-ED07-4C4D-8354-6B9D2B2A9D39}" type="presParOf" srcId="{DC8559C4-587C-4BB8-A872-78AE3DB83960}" destId="{19B74EE6-E2C3-47FB-A4EC-B0703AF9552A}" srcOrd="5" destOrd="0" presId="urn:microsoft.com/office/officeart/2009/3/layout/StepUpProcess"/>
    <dgm:cxn modelId="{68DCE648-03C7-471E-B0DE-7509D16476C2}" type="presParOf" srcId="{19B74EE6-E2C3-47FB-A4EC-B0703AF9552A}" destId="{5812B38B-7435-4B46-9764-558D93BDC873}" srcOrd="0" destOrd="0" presId="urn:microsoft.com/office/officeart/2009/3/layout/StepUpProcess"/>
    <dgm:cxn modelId="{FB5732F1-9E90-4804-AFFB-F818AB7A658E}" type="presParOf" srcId="{DC8559C4-587C-4BB8-A872-78AE3DB83960}" destId="{BA72CBFE-E8C0-469E-8A4A-2756415740FC}" srcOrd="6" destOrd="0" presId="urn:microsoft.com/office/officeart/2009/3/layout/StepUpProcess"/>
    <dgm:cxn modelId="{D25E0994-87F8-467D-A91B-C61197015B82}" type="presParOf" srcId="{BA72CBFE-E8C0-469E-8A4A-2756415740FC}" destId="{27FA66C9-B787-449A-A989-19441E9EAD5B}" srcOrd="0" destOrd="0" presId="urn:microsoft.com/office/officeart/2009/3/layout/StepUpProcess"/>
    <dgm:cxn modelId="{9C3AA463-63DD-495E-A499-AACA5DF7AFA6}" type="presParOf" srcId="{BA72CBFE-E8C0-469E-8A4A-2756415740FC}" destId="{076F701D-F089-4F60-BC5C-045696C09C60}" srcOrd="1" destOrd="0" presId="urn:microsoft.com/office/officeart/2009/3/layout/StepUpProcess"/>
    <dgm:cxn modelId="{D522716C-B20D-40A6-9F30-2009BCC83BB3}" type="presParOf" srcId="{BA72CBFE-E8C0-469E-8A4A-2756415740FC}" destId="{50E75A68-B861-4F09-B3F5-58A68E30711B}" srcOrd="2" destOrd="0" presId="urn:microsoft.com/office/officeart/2009/3/layout/StepUpProcess"/>
    <dgm:cxn modelId="{A19ED6DE-DD64-48EA-8D7C-DAA84A95AC02}" type="presParOf" srcId="{DC8559C4-587C-4BB8-A872-78AE3DB83960}" destId="{BE647094-8634-4AED-879E-20757EDEB1CA}" srcOrd="7" destOrd="0" presId="urn:microsoft.com/office/officeart/2009/3/layout/StepUpProcess"/>
    <dgm:cxn modelId="{58CE4D47-7E51-4857-B89C-71AF42AAD61E}" type="presParOf" srcId="{BE647094-8634-4AED-879E-20757EDEB1CA}" destId="{A40A3248-83B9-4992-A48B-C6AF46EE373E}" srcOrd="0" destOrd="0" presId="urn:microsoft.com/office/officeart/2009/3/layout/StepUpProcess"/>
    <dgm:cxn modelId="{D23B370C-2BE5-48A3-B8A9-E163704C6A15}" type="presParOf" srcId="{DC8559C4-587C-4BB8-A872-78AE3DB83960}" destId="{7843ABB2-801E-45C4-9DAC-A0E16BF92032}" srcOrd="8" destOrd="0" presId="urn:microsoft.com/office/officeart/2009/3/layout/StepUpProcess"/>
    <dgm:cxn modelId="{8C918004-411D-4B7A-9FD1-C931B5888E81}" type="presParOf" srcId="{7843ABB2-801E-45C4-9DAC-A0E16BF92032}" destId="{193D7A29-E9C8-416A-818F-3B37F0790590}" srcOrd="0" destOrd="0" presId="urn:microsoft.com/office/officeart/2009/3/layout/StepUpProcess"/>
    <dgm:cxn modelId="{43A12AA0-4FF9-4E8B-9E65-9DDFA580D753}" type="presParOf" srcId="{7843ABB2-801E-45C4-9DAC-A0E16BF92032}" destId="{13B05E4F-D54C-4634-A8D4-7CD053159DE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5019691-B006-4F2B-8143-D18EA3678E08}" type="doc">
      <dgm:prSet loTypeId="urn:microsoft.com/office/officeart/2009/3/layout/FramedTextPicture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42A7DE-2ABE-4630-885D-40B4DDF8BA02}">
      <dgm:prSet phldrT="[Text]" custT="1"/>
      <dgm:spPr/>
      <dgm:t>
        <a:bodyPr/>
        <a:lstStyle/>
        <a:p>
          <a:pPr rtl="1"/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حدود ۸۰٪ مشتریان قبل از خرید، چندین بار صفح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ات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برند را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جستجو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می‌کنند. اگر اولین تعامل مشتری با برند مثبت باشه، احتمال مراجعه‌ تا ۴۰٪ افزایش پیدا می‌کنه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rtl="1"/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HubSpot 2023, </a:t>
          </a:r>
        </a:p>
      </dgm:t>
    </dgm:pt>
    <dgm:pt modelId="{3214BB91-13A9-43D4-BB81-3A3F2DC86B9B}" type="parTrans" cxnId="{F20A4D64-8453-41BF-B1CA-C8CF347E3FAC}">
      <dgm:prSet/>
      <dgm:spPr/>
      <dgm:t>
        <a:bodyPr/>
        <a:lstStyle/>
        <a:p>
          <a:endParaRPr lang="en-US"/>
        </a:p>
      </dgm:t>
    </dgm:pt>
    <dgm:pt modelId="{F2CDC7D7-6AA9-487C-B7C6-9DB31D8ADD9F}" type="sibTrans" cxnId="{F20A4D64-8453-41BF-B1CA-C8CF347E3FAC}">
      <dgm:prSet/>
      <dgm:spPr/>
      <dgm:t>
        <a:bodyPr/>
        <a:lstStyle/>
        <a:p>
          <a:endParaRPr lang="en-US"/>
        </a:p>
      </dgm:t>
    </dgm:pt>
    <dgm:pt modelId="{A3117AD7-3F07-4F86-ABE1-CE0186C660FA}" type="pres">
      <dgm:prSet presAssocID="{05019691-B006-4F2B-8143-D18EA3678E08}" presName="Name0" presStyleCnt="0">
        <dgm:presLayoutVars>
          <dgm:chMax/>
          <dgm:chPref/>
          <dgm:dir/>
        </dgm:presLayoutVars>
      </dgm:prSet>
      <dgm:spPr/>
    </dgm:pt>
    <dgm:pt modelId="{8D9CB3EE-99D5-415D-826D-CD050F2916B8}" type="pres">
      <dgm:prSet presAssocID="{8542A7DE-2ABE-4630-885D-40B4DDF8BA02}" presName="composite" presStyleCnt="0">
        <dgm:presLayoutVars>
          <dgm:chMax/>
          <dgm:chPref/>
        </dgm:presLayoutVars>
      </dgm:prSet>
      <dgm:spPr/>
    </dgm:pt>
    <dgm:pt modelId="{C55234E0-EF8C-4E4D-96DD-7FF7BA3D21AC}" type="pres">
      <dgm:prSet presAssocID="{8542A7DE-2ABE-4630-885D-40B4DDF8BA02}" presName="Image" presStyleLbl="bgImgPlace1" presStyleIdx="0" presStyleCnt="1" custScaleX="97634" custScaleY="99932" custLinFactNeighborX="-591" custLinFactNeighborY="194"/>
      <dgm:spPr>
        <a:blipFill dpi="0" rotWithShape="1">
          <a:blip xmlns:r="http://schemas.openxmlformats.org/officeDocument/2006/relationships" r:embed="rId1"/>
          <a:srcRect/>
          <a:stretch>
            <a:fillRect l="5837" r="5837"/>
          </a:stretch>
        </a:blipFill>
      </dgm:spPr>
    </dgm:pt>
    <dgm:pt modelId="{CCF2021B-7703-494A-A006-C90554F9195B}" type="pres">
      <dgm:prSet presAssocID="{8542A7DE-2ABE-4630-885D-40B4DDF8BA02}" presName="Parent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86017D9-5C56-4133-8D89-5670CC19F0A7}" type="pres">
      <dgm:prSet presAssocID="{8542A7DE-2ABE-4630-885D-40B4DDF8BA02}" presName="tlFrame" presStyleLbl="node1" presStyleIdx="0" presStyleCnt="4"/>
      <dgm:spPr/>
    </dgm:pt>
    <dgm:pt modelId="{9039BA9F-65CE-4A91-9886-662A2BA53E47}" type="pres">
      <dgm:prSet presAssocID="{8542A7DE-2ABE-4630-885D-40B4DDF8BA02}" presName="trFrame" presStyleLbl="node1" presStyleIdx="1" presStyleCnt="4"/>
      <dgm:spPr/>
    </dgm:pt>
    <dgm:pt modelId="{7491CE31-F653-4A9E-970F-9CF66832A2C9}" type="pres">
      <dgm:prSet presAssocID="{8542A7DE-2ABE-4630-885D-40B4DDF8BA02}" presName="blFrame" presStyleLbl="node1" presStyleIdx="2" presStyleCnt="4"/>
      <dgm:spPr/>
    </dgm:pt>
    <dgm:pt modelId="{741ED2E7-D777-4FE7-AA5A-30E242E7B445}" type="pres">
      <dgm:prSet presAssocID="{8542A7DE-2ABE-4630-885D-40B4DDF8BA02}" presName="brFrame" presStyleLbl="node1" presStyleIdx="3" presStyleCnt="4"/>
      <dgm:spPr/>
    </dgm:pt>
  </dgm:ptLst>
  <dgm:cxnLst>
    <dgm:cxn modelId="{01F4E20E-ED7A-4716-9AF9-7B22FEAD3D7E}" type="presOf" srcId="{8542A7DE-2ABE-4630-885D-40B4DDF8BA02}" destId="{CCF2021B-7703-494A-A006-C90554F9195B}" srcOrd="0" destOrd="0" presId="urn:microsoft.com/office/officeart/2009/3/layout/FramedTextPicture"/>
    <dgm:cxn modelId="{F20A4D64-8453-41BF-B1CA-C8CF347E3FAC}" srcId="{05019691-B006-4F2B-8143-D18EA3678E08}" destId="{8542A7DE-2ABE-4630-885D-40B4DDF8BA02}" srcOrd="0" destOrd="0" parTransId="{3214BB91-13A9-43D4-BB81-3A3F2DC86B9B}" sibTransId="{F2CDC7D7-6AA9-487C-B7C6-9DB31D8ADD9F}"/>
    <dgm:cxn modelId="{55CAC57A-5B99-44E0-AC51-3BD9879D0507}" type="presOf" srcId="{05019691-B006-4F2B-8143-D18EA3678E08}" destId="{A3117AD7-3F07-4F86-ABE1-CE0186C660FA}" srcOrd="0" destOrd="0" presId="urn:microsoft.com/office/officeart/2009/3/layout/FramedTextPicture"/>
    <dgm:cxn modelId="{9564D703-635C-4B81-A43E-03B9ADECAA5C}" type="presParOf" srcId="{A3117AD7-3F07-4F86-ABE1-CE0186C660FA}" destId="{8D9CB3EE-99D5-415D-826D-CD050F2916B8}" srcOrd="0" destOrd="0" presId="urn:microsoft.com/office/officeart/2009/3/layout/FramedTextPicture"/>
    <dgm:cxn modelId="{F07B7A1C-0922-4DEE-BA83-B65D7BB9D47D}" type="presParOf" srcId="{8D9CB3EE-99D5-415D-826D-CD050F2916B8}" destId="{C55234E0-EF8C-4E4D-96DD-7FF7BA3D21AC}" srcOrd="0" destOrd="0" presId="urn:microsoft.com/office/officeart/2009/3/layout/FramedTextPicture"/>
    <dgm:cxn modelId="{D164480C-CC67-4120-9B03-239DD7FA786A}" type="presParOf" srcId="{8D9CB3EE-99D5-415D-826D-CD050F2916B8}" destId="{CCF2021B-7703-494A-A006-C90554F9195B}" srcOrd="1" destOrd="0" presId="urn:microsoft.com/office/officeart/2009/3/layout/FramedTextPicture"/>
    <dgm:cxn modelId="{3063C454-89D8-448E-B045-A67ADF2CC2AD}" type="presParOf" srcId="{8D9CB3EE-99D5-415D-826D-CD050F2916B8}" destId="{186017D9-5C56-4133-8D89-5670CC19F0A7}" srcOrd="2" destOrd="0" presId="urn:microsoft.com/office/officeart/2009/3/layout/FramedTextPicture"/>
    <dgm:cxn modelId="{E5164E53-8A64-41C1-9DCA-A345C22DBFD2}" type="presParOf" srcId="{8D9CB3EE-99D5-415D-826D-CD050F2916B8}" destId="{9039BA9F-65CE-4A91-9886-662A2BA53E47}" srcOrd="3" destOrd="0" presId="urn:microsoft.com/office/officeart/2009/3/layout/FramedTextPicture"/>
    <dgm:cxn modelId="{0E631710-0D85-4B55-B441-184932C5FD8A}" type="presParOf" srcId="{8D9CB3EE-99D5-415D-826D-CD050F2916B8}" destId="{7491CE31-F653-4A9E-970F-9CF66832A2C9}" srcOrd="4" destOrd="0" presId="urn:microsoft.com/office/officeart/2009/3/layout/FramedTextPicture"/>
    <dgm:cxn modelId="{96AE1B0C-B7D2-42BC-A3D2-2F0C38469F15}" type="presParOf" srcId="{8D9CB3EE-99D5-415D-826D-CD050F2916B8}" destId="{741ED2E7-D777-4FE7-AA5A-30E242E7B445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DC30C8D-28DB-4846-A8D4-98A8121E5822}" type="doc">
      <dgm:prSet loTypeId="urn:microsoft.com/office/officeart/2005/8/layout/target1" loCatId="relationship" qsTypeId="urn:microsoft.com/office/officeart/2005/8/quickstyle/simple5" qsCatId="simple" csTypeId="urn:microsoft.com/office/officeart/2005/8/colors/colorful3" csCatId="colorful" phldr="1"/>
      <dgm:spPr/>
    </dgm:pt>
    <dgm:pt modelId="{B90679B7-0B72-4130-B22E-9C158A37890D}">
      <dgm:prSet phldrT="[Text]" custT="1"/>
      <dgm:spPr/>
      <dgm:t>
        <a:bodyPr/>
        <a:lstStyle/>
        <a:p>
          <a:pPr algn="ctr"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تاثیر مثبت بر </a:t>
          </a:r>
          <a:r>
            <a:rPr lang="fa-IR" sz="2400" b="1" u="none" dirty="0">
              <a:solidFill>
                <a:srgbClr val="002060"/>
              </a:solidFill>
              <a:cs typeface="B Mitra" panose="00000400000000000000" pitchFamily="2" charset="-78"/>
            </a:rPr>
            <a:t>تصمیم</a:t>
          </a:r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 مخاطب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B8A5115E-158D-4D14-841E-DE6F7EDF4D64}" type="par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B4E384CB-C0EB-4F23-9C99-3B84838C19AE}" type="sib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855CD166-361D-428C-84AD-DB42744357EF}">
      <dgm:prSet phldrT="[Text]" custT="1"/>
      <dgm:spPr/>
      <dgm:t>
        <a:bodyPr/>
        <a:lstStyle/>
        <a:p>
          <a:pPr algn="ctr"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پاسخ به اینکه چرا باید ما رو انتخاب کنه؟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12321B39-1EBB-483F-B3B8-DAE453052BB6}" type="par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04FD8D98-4107-4467-9D7D-4A5447F412C1}" type="sib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5944D229-3660-42D9-BB2E-0AADF2DEC52B}">
      <dgm:prSet phldrT="[Text]" custT="1"/>
      <dgm:spPr/>
      <dgm:t>
        <a:bodyPr/>
        <a:lstStyle/>
        <a:p>
          <a:pPr algn="ctr"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ایجاد ارتباط معنادار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2FD930BC-5BCD-472F-865C-F239A6D54439}" type="sib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BAE04A61-6C21-4EA9-BDFC-C7ED3FB89D97}" type="par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996B6B7F-25ED-4F18-B496-3A73CFD1A1A7}" type="pres">
      <dgm:prSet presAssocID="{5DC30C8D-28DB-4846-A8D4-98A8121E5822}" presName="composite" presStyleCnt="0">
        <dgm:presLayoutVars>
          <dgm:chMax val="5"/>
          <dgm:dir/>
          <dgm:resizeHandles val="exact"/>
        </dgm:presLayoutVars>
      </dgm:prSet>
      <dgm:spPr/>
    </dgm:pt>
    <dgm:pt modelId="{C68C8C48-D983-4BC8-A19B-3F80F39D687D}" type="pres">
      <dgm:prSet presAssocID="{B90679B7-0B72-4130-B22E-9C158A37890D}" presName="circle1" presStyleLbl="lnNode1" presStyleIdx="0" presStyleCnt="3"/>
      <dgm:spPr>
        <a:solidFill>
          <a:srgbClr val="CE90A3"/>
        </a:solidFill>
      </dgm:spPr>
    </dgm:pt>
    <dgm:pt modelId="{AD873684-1935-45C8-9D4C-23F00FC865BB}" type="pres">
      <dgm:prSet presAssocID="{B90679B7-0B72-4130-B22E-9C158A37890D}" presName="text1" presStyleLbl="revTx" presStyleIdx="0" presStyleCnt="3" custScaleX="182354" custLinFactNeighborX="25650">
        <dgm:presLayoutVars>
          <dgm:bulletEnabled val="1"/>
        </dgm:presLayoutVars>
      </dgm:prSet>
      <dgm:spPr/>
    </dgm:pt>
    <dgm:pt modelId="{C767E1C6-70FD-4638-9642-E6D5DDE907AD}" type="pres">
      <dgm:prSet presAssocID="{B90679B7-0B72-4130-B22E-9C158A37890D}" presName="line1" presStyleLbl="callout" presStyleIdx="0" presStyleCnt="6"/>
      <dgm:spPr>
        <a:ln>
          <a:solidFill>
            <a:srgbClr val="000066"/>
          </a:solidFill>
        </a:ln>
      </dgm:spPr>
    </dgm:pt>
    <dgm:pt modelId="{E9D57CD1-55B8-413A-A759-B3572EDC0BB2}" type="pres">
      <dgm:prSet presAssocID="{B90679B7-0B72-4130-B22E-9C158A37890D}" presName="d1" presStyleLbl="callout" presStyleIdx="1" presStyleCnt="6"/>
      <dgm:spPr>
        <a:ln>
          <a:solidFill>
            <a:srgbClr val="000066"/>
          </a:solidFill>
        </a:ln>
      </dgm:spPr>
    </dgm:pt>
    <dgm:pt modelId="{780B81F5-9686-4984-8F74-0886E691C781}" type="pres">
      <dgm:prSet presAssocID="{855CD166-361D-428C-84AD-DB42744357EF}" presName="circle2" presStyleLbl="lnNode1" presStyleIdx="1" presStyleCnt="3"/>
      <dgm:spPr>
        <a:solidFill>
          <a:srgbClr val="C3778F"/>
        </a:solidFill>
      </dgm:spPr>
    </dgm:pt>
    <dgm:pt modelId="{E90E007A-1F60-4F85-A8DA-ABB63F316C9A}" type="pres">
      <dgm:prSet presAssocID="{855CD166-361D-428C-84AD-DB42744357EF}" presName="text2" presStyleLbl="revTx" presStyleIdx="1" presStyleCnt="3" custScaleX="182354" custLinFactNeighborX="25650">
        <dgm:presLayoutVars>
          <dgm:bulletEnabled val="1"/>
        </dgm:presLayoutVars>
      </dgm:prSet>
      <dgm:spPr/>
    </dgm:pt>
    <dgm:pt modelId="{ED0E648C-4C27-4328-AF4F-0CB8761EE87F}" type="pres">
      <dgm:prSet presAssocID="{855CD166-361D-428C-84AD-DB42744357EF}" presName="line2" presStyleLbl="callout" presStyleIdx="2" presStyleCnt="6"/>
      <dgm:spPr>
        <a:ln>
          <a:solidFill>
            <a:srgbClr val="000066"/>
          </a:solidFill>
        </a:ln>
      </dgm:spPr>
    </dgm:pt>
    <dgm:pt modelId="{8BAAD179-AB7A-448A-8556-B6C13BD79211}" type="pres">
      <dgm:prSet presAssocID="{855CD166-361D-428C-84AD-DB42744357EF}" presName="d2" presStyleLbl="callout" presStyleIdx="3" presStyleCnt="6"/>
      <dgm:spPr>
        <a:ln>
          <a:solidFill>
            <a:srgbClr val="000066"/>
          </a:solidFill>
        </a:ln>
      </dgm:spPr>
    </dgm:pt>
    <dgm:pt modelId="{423C01FB-35E4-4ED6-B181-85DCC4428ADA}" type="pres">
      <dgm:prSet presAssocID="{5944D229-3660-42D9-BB2E-0AADF2DEC52B}" presName="circle3" presStyleLbl="lnNode1" presStyleIdx="2" presStyleCnt="3" custLinFactNeighborX="305"/>
      <dgm:spPr>
        <a:solidFill>
          <a:srgbClr val="7A364B"/>
        </a:solidFill>
      </dgm:spPr>
    </dgm:pt>
    <dgm:pt modelId="{840EC126-06C4-4844-A4B9-E3FFDEDB06D6}" type="pres">
      <dgm:prSet presAssocID="{5944D229-3660-42D9-BB2E-0AADF2DEC52B}" presName="text3" presStyleLbl="revTx" presStyleIdx="2" presStyleCnt="3" custScaleX="182354" custLinFactNeighborX="25650">
        <dgm:presLayoutVars>
          <dgm:bulletEnabled val="1"/>
        </dgm:presLayoutVars>
      </dgm:prSet>
      <dgm:spPr/>
    </dgm:pt>
    <dgm:pt modelId="{23FE6E9A-7D93-4BF7-B2C6-9759E08872E2}" type="pres">
      <dgm:prSet presAssocID="{5944D229-3660-42D9-BB2E-0AADF2DEC52B}" presName="line3" presStyleLbl="callout" presStyleIdx="4" presStyleCnt="6"/>
      <dgm:spPr>
        <a:ln>
          <a:solidFill>
            <a:srgbClr val="000066"/>
          </a:solidFill>
        </a:ln>
      </dgm:spPr>
    </dgm:pt>
    <dgm:pt modelId="{59D7B176-2CBA-498B-92B0-6EE401F95DC5}" type="pres">
      <dgm:prSet presAssocID="{5944D229-3660-42D9-BB2E-0AADF2DEC52B}" presName="d3" presStyleLbl="callout" presStyleIdx="5" presStyleCnt="6"/>
      <dgm:spPr>
        <a:ln>
          <a:solidFill>
            <a:srgbClr val="000066"/>
          </a:solidFill>
        </a:ln>
      </dgm:spPr>
    </dgm:pt>
  </dgm:ptLst>
  <dgm:cxnLst>
    <dgm:cxn modelId="{37547D09-A83F-447A-9697-179B62DF0A64}" type="presOf" srcId="{5944D229-3660-42D9-BB2E-0AADF2DEC52B}" destId="{840EC126-06C4-4844-A4B9-E3FFDEDB06D6}" srcOrd="0" destOrd="0" presId="urn:microsoft.com/office/officeart/2005/8/layout/target1"/>
    <dgm:cxn modelId="{CBFA991C-6D25-4BD0-987E-9E1FD1B42983}" srcId="{5DC30C8D-28DB-4846-A8D4-98A8121E5822}" destId="{B90679B7-0B72-4130-B22E-9C158A37890D}" srcOrd="0" destOrd="0" parTransId="{B8A5115E-158D-4D14-841E-DE6F7EDF4D64}" sibTransId="{B4E384CB-C0EB-4F23-9C99-3B84838C19AE}"/>
    <dgm:cxn modelId="{F346EF2A-21B5-4D41-A3F4-6AD366697E42}" srcId="{5DC30C8D-28DB-4846-A8D4-98A8121E5822}" destId="{5944D229-3660-42D9-BB2E-0AADF2DEC52B}" srcOrd="2" destOrd="0" parTransId="{BAE04A61-6C21-4EA9-BDFC-C7ED3FB89D97}" sibTransId="{2FD930BC-5BCD-472F-865C-F239A6D54439}"/>
    <dgm:cxn modelId="{0AB6AB36-45C9-48B9-B157-5C96DF6392E8}" type="presOf" srcId="{B90679B7-0B72-4130-B22E-9C158A37890D}" destId="{AD873684-1935-45C8-9D4C-23F00FC865BB}" srcOrd="0" destOrd="0" presId="urn:microsoft.com/office/officeart/2005/8/layout/target1"/>
    <dgm:cxn modelId="{B1D1DF58-95D9-4101-A40B-3638BEDF7BE6}" type="presOf" srcId="{855CD166-361D-428C-84AD-DB42744357EF}" destId="{E90E007A-1F60-4F85-A8DA-ABB63F316C9A}" srcOrd="0" destOrd="0" presId="urn:microsoft.com/office/officeart/2005/8/layout/target1"/>
    <dgm:cxn modelId="{5093D89B-8B30-4857-8491-F1F46669A4C2}" type="presOf" srcId="{5DC30C8D-28DB-4846-A8D4-98A8121E5822}" destId="{996B6B7F-25ED-4F18-B496-3A73CFD1A1A7}" srcOrd="0" destOrd="0" presId="urn:microsoft.com/office/officeart/2005/8/layout/target1"/>
    <dgm:cxn modelId="{98FDEDE5-3B24-43B5-AD97-DAE28426E35F}" srcId="{5DC30C8D-28DB-4846-A8D4-98A8121E5822}" destId="{855CD166-361D-428C-84AD-DB42744357EF}" srcOrd="1" destOrd="0" parTransId="{12321B39-1EBB-483F-B3B8-DAE453052BB6}" sibTransId="{04FD8D98-4107-4467-9D7D-4A5447F412C1}"/>
    <dgm:cxn modelId="{3FDBEAEE-CD37-42FC-BAE2-E98FBD98679B}" type="presParOf" srcId="{996B6B7F-25ED-4F18-B496-3A73CFD1A1A7}" destId="{C68C8C48-D983-4BC8-A19B-3F80F39D687D}" srcOrd="0" destOrd="0" presId="urn:microsoft.com/office/officeart/2005/8/layout/target1"/>
    <dgm:cxn modelId="{19674FC2-DFE5-4BBF-B09F-5E90D34F7D24}" type="presParOf" srcId="{996B6B7F-25ED-4F18-B496-3A73CFD1A1A7}" destId="{AD873684-1935-45C8-9D4C-23F00FC865BB}" srcOrd="1" destOrd="0" presId="urn:microsoft.com/office/officeart/2005/8/layout/target1"/>
    <dgm:cxn modelId="{38F40124-E226-4793-9AF4-7D692D0B42EB}" type="presParOf" srcId="{996B6B7F-25ED-4F18-B496-3A73CFD1A1A7}" destId="{C767E1C6-70FD-4638-9642-E6D5DDE907AD}" srcOrd="2" destOrd="0" presId="urn:microsoft.com/office/officeart/2005/8/layout/target1"/>
    <dgm:cxn modelId="{1A47C80D-6490-41CB-8C6F-0C8D12A142B1}" type="presParOf" srcId="{996B6B7F-25ED-4F18-B496-3A73CFD1A1A7}" destId="{E9D57CD1-55B8-413A-A759-B3572EDC0BB2}" srcOrd="3" destOrd="0" presId="urn:microsoft.com/office/officeart/2005/8/layout/target1"/>
    <dgm:cxn modelId="{D203DF00-0B07-4E54-8435-60DBB73B1B73}" type="presParOf" srcId="{996B6B7F-25ED-4F18-B496-3A73CFD1A1A7}" destId="{780B81F5-9686-4984-8F74-0886E691C781}" srcOrd="4" destOrd="0" presId="urn:microsoft.com/office/officeart/2005/8/layout/target1"/>
    <dgm:cxn modelId="{5A6EB75C-E919-409B-9190-7E512567FAD5}" type="presParOf" srcId="{996B6B7F-25ED-4F18-B496-3A73CFD1A1A7}" destId="{E90E007A-1F60-4F85-A8DA-ABB63F316C9A}" srcOrd="5" destOrd="0" presId="urn:microsoft.com/office/officeart/2005/8/layout/target1"/>
    <dgm:cxn modelId="{EC5A1B8D-64C0-4ED2-9950-DB0AA1A433FC}" type="presParOf" srcId="{996B6B7F-25ED-4F18-B496-3A73CFD1A1A7}" destId="{ED0E648C-4C27-4328-AF4F-0CB8761EE87F}" srcOrd="6" destOrd="0" presId="urn:microsoft.com/office/officeart/2005/8/layout/target1"/>
    <dgm:cxn modelId="{B15AD2A1-400D-43A8-BBCC-86C0238C0647}" type="presParOf" srcId="{996B6B7F-25ED-4F18-B496-3A73CFD1A1A7}" destId="{8BAAD179-AB7A-448A-8556-B6C13BD79211}" srcOrd="7" destOrd="0" presId="urn:microsoft.com/office/officeart/2005/8/layout/target1"/>
    <dgm:cxn modelId="{90DD139C-26EE-41D8-BB2B-EA47F2FFAA89}" type="presParOf" srcId="{996B6B7F-25ED-4F18-B496-3A73CFD1A1A7}" destId="{423C01FB-35E4-4ED6-B181-85DCC4428ADA}" srcOrd="8" destOrd="0" presId="urn:microsoft.com/office/officeart/2005/8/layout/target1"/>
    <dgm:cxn modelId="{CBFE2B47-DD25-45C9-AF70-81A71BA73783}" type="presParOf" srcId="{996B6B7F-25ED-4F18-B496-3A73CFD1A1A7}" destId="{840EC126-06C4-4844-A4B9-E3FFDEDB06D6}" srcOrd="9" destOrd="0" presId="urn:microsoft.com/office/officeart/2005/8/layout/target1"/>
    <dgm:cxn modelId="{1E2A2994-E2DD-4540-849F-906CB9258C84}" type="presParOf" srcId="{996B6B7F-25ED-4F18-B496-3A73CFD1A1A7}" destId="{23FE6E9A-7D93-4BF7-B2C6-9759E08872E2}" srcOrd="10" destOrd="0" presId="urn:microsoft.com/office/officeart/2005/8/layout/target1"/>
    <dgm:cxn modelId="{5D10E33C-66B2-473F-962D-6B9DC0E17F3A}" type="presParOf" srcId="{996B6B7F-25ED-4F18-B496-3A73CFD1A1A7}" destId="{59D7B176-2CBA-498B-92B0-6EE401F95DC5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BF904027-7CB4-4490-94B1-BBAAB5070924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AF36E-C432-49B9-B9CA-7312C14AA3AC}">
      <dgm:prSet phldrT="[Text]" custT="1"/>
      <dgm:spPr>
        <a:solidFill>
          <a:srgbClr val="C3778F"/>
        </a:solidFill>
      </dgm:spPr>
      <dgm:t>
        <a:bodyPr/>
        <a:lstStyle/>
        <a:p>
          <a:pPr rtl="1"/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نقاط تماس (</a:t>
          </a:r>
          <a:r>
            <a:rPr lang="fa-IR" sz="2000" b="1" u="sng" dirty="0">
              <a:solidFill>
                <a:srgbClr val="002060"/>
              </a:solidFill>
              <a:cs typeface="B Mitra" panose="00000400000000000000" pitchFamily="2" charset="-78"/>
            </a:rPr>
            <a:t>آشنایی و توجه</a:t>
          </a:r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 با برند)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C6F6B153-C0DD-4766-80BF-98C91EB94559}" type="par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F357B29-DEA6-4327-9B32-0A094D723ED5}" type="sib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189271-E05C-457D-A055-6FC2A2A0F1EF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اطلاع رسانی وقت دهی / یادآوری وقت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ACC1060-062C-4C6D-ACF6-4B78A4A660CD}" type="parTrans" cxnId="{2F636093-7521-4D9D-A107-5A2344AF407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BE7A7A2-234D-4BEA-BE3B-C5838D8BAAD6}" type="sibTrans" cxnId="{2F636093-7521-4D9D-A107-5A2344AF4073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53091AE-9215-4952-B563-B598C85A98BE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رزرو وقت</a:t>
          </a:r>
        </a:p>
        <a:p>
          <a:pPr rtl="1"/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سیستم نوبت دهی تشویقی انگیزشی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74A865EC-44BF-42AD-9979-F1A567CCC66E}" type="parTrans" cxnId="{3710654D-545B-41B6-BAB4-89423FFD6FB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F311649-A470-4CA3-9DEE-C2CA6F9BC0D3}" type="sibTrans" cxnId="{3710654D-545B-41B6-BAB4-89423FFD6FB5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B2F22FB-E3BE-4880-9B85-C7C5BF292849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تحقیق / تحلیل / مقایسه میکنه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20301F58-8CE8-499F-8D2D-D1522C9D6EC7}" type="parTrans" cxnId="{55328F7A-FF33-4229-841E-4564DDA672C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2EF54F9-85FB-48CC-884D-B5DB933E2226}" type="sibTrans" cxnId="{55328F7A-FF33-4229-841E-4564DDA672CB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480101A-CEF2-4009-A7D8-FD60AE3D3F00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en-US" sz="1600" dirty="0">
              <a:solidFill>
                <a:srgbClr val="000066"/>
              </a:solidFill>
              <a:cs typeface="B Mitra" panose="00000400000000000000" pitchFamily="2" charset="-78"/>
            </a:rPr>
            <a:t>Landing Pages</a:t>
          </a:r>
          <a:endParaRPr lang="fa-IR" sz="1600" dirty="0">
            <a:solidFill>
              <a:srgbClr val="000066"/>
            </a:solidFill>
            <a:cs typeface="B Mitra" panose="00000400000000000000" pitchFamily="2" charset="-78"/>
          </a:endParaRPr>
        </a:p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رسانه های برند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7EC6A7F-8ABC-4E2A-B319-9ED7CC972F34}" type="parTrans" cxnId="{7DE09CFD-93D6-48F2-9B6B-778323E7519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E826411-D02B-4909-A9D6-3307E7287DB1}" type="sibTrans" cxnId="{7DE09CFD-93D6-48F2-9B6B-778323E7519F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C4BC59E-7FFE-4620-8237-81D6A6B0CEBC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پاسخگویی حرفه ای / مشاوره شخصی سازی شده / ایجاد اعتماد ثانویه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665CFB82-35F1-43D3-A02B-D0C576907D65}" type="parTrans" cxnId="{BE76AEAF-4FBF-4BFF-AA00-B0559897C6F9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19A2FB0-1741-4F6A-AE26-BFB698AF39EA}" type="sibTrans" cxnId="{BE76AEAF-4FBF-4BFF-AA00-B0559897C6F9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55A0F54A-8676-4A5C-9B9D-5B05926F3308}">
      <dgm:prSet phldrT="[Text]" custT="1"/>
      <dgm:spPr>
        <a:solidFill>
          <a:srgbClr val="D49CAD"/>
        </a:solidFill>
      </dgm:spPr>
      <dgm:t>
        <a:bodyPr/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جلب نظر / تصمیم به اولین تماس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4EAECC86-FF5F-4BDE-9656-78DDAF57E4FE}" type="parTrans" cxnId="{E33E3FDE-A322-4C58-810C-359CC2D97477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E609FE9-3973-4131-8893-80BDB4EDFBA1}" type="sibTrans" cxnId="{E33E3FDE-A322-4C58-810C-359CC2D97477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1D948FC-7248-4DDB-B58A-5AF263FADA6F}">
      <dgm:prSet phldrT="[Text]" custT="1"/>
      <dgm:spPr>
        <a:solidFill>
          <a:srgbClr val="D49CAD"/>
        </a:solidFill>
      </dgm:spPr>
      <dgm:t>
        <a:bodyPr/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ارسال محتوای توجه (بایدها نبایدها / مراقبت ها قبل و بعد)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5F014777-B6E8-4F4C-98E2-E66FA17F70CB}" type="parTrans" cxnId="{52DDCDAF-1B5C-4FD7-B1D2-8291110ED05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sz="1600"/>
        </a:p>
      </dgm:t>
    </dgm:pt>
    <dgm:pt modelId="{523F18C3-8CE8-4C27-A53B-7FC9D16C0D8A}" type="sibTrans" cxnId="{52DDCDAF-1B5C-4FD7-B1D2-8291110ED055}">
      <dgm:prSet/>
      <dgm:spPr/>
      <dgm:t>
        <a:bodyPr/>
        <a:lstStyle/>
        <a:p>
          <a:endParaRPr lang="en-US" sz="1600"/>
        </a:p>
      </dgm:t>
    </dgm:pt>
    <dgm:pt modelId="{63D0F561-3EF1-4A9B-ABAF-4537865D8109}" type="pres">
      <dgm:prSet presAssocID="{BF904027-7CB4-4490-94B1-BBAAB507092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5A538A1-1DCB-452A-9D99-C9AA37AC1F13}" type="pres">
      <dgm:prSet presAssocID="{4ECAF36E-C432-49B9-B9CA-7312C14AA3AC}" presName="centerShape" presStyleLbl="node0" presStyleIdx="0" presStyleCnt="1"/>
      <dgm:spPr/>
    </dgm:pt>
    <dgm:pt modelId="{88BF75C1-5316-4394-9710-DDCA01C961B5}" type="pres">
      <dgm:prSet presAssocID="{5F014777-B6E8-4F4C-98E2-E66FA17F70CB}" presName="parTrans" presStyleLbl="bgSibTrans2D1" presStyleIdx="0" presStyleCnt="7"/>
      <dgm:spPr/>
    </dgm:pt>
    <dgm:pt modelId="{D8A9509F-0BA4-4CD3-B80A-B1E4EE931278}" type="pres">
      <dgm:prSet presAssocID="{A1D948FC-7248-4DDB-B58A-5AF263FADA6F}" presName="node" presStyleLbl="node1" presStyleIdx="0" presStyleCnt="7">
        <dgm:presLayoutVars>
          <dgm:bulletEnabled val="1"/>
        </dgm:presLayoutVars>
      </dgm:prSet>
      <dgm:spPr/>
    </dgm:pt>
    <dgm:pt modelId="{3BB51523-DE57-40BD-9922-91B90AF31793}" type="pres">
      <dgm:prSet presAssocID="{8ACC1060-062C-4C6D-ACF6-4B78A4A660CD}" presName="parTrans" presStyleLbl="bgSibTrans2D1" presStyleIdx="1" presStyleCnt="7"/>
      <dgm:spPr/>
    </dgm:pt>
    <dgm:pt modelId="{7BCD5688-487C-4926-A4F3-AD49D58E18CB}" type="pres">
      <dgm:prSet presAssocID="{A4189271-E05C-457D-A055-6FC2A2A0F1EF}" presName="node" presStyleLbl="node1" presStyleIdx="1" presStyleCnt="7">
        <dgm:presLayoutVars>
          <dgm:bulletEnabled val="1"/>
        </dgm:presLayoutVars>
      </dgm:prSet>
      <dgm:spPr/>
    </dgm:pt>
    <dgm:pt modelId="{2A40A558-9207-4B25-B35A-22C747BE2967}" type="pres">
      <dgm:prSet presAssocID="{74A865EC-44BF-42AD-9979-F1A567CCC66E}" presName="parTrans" presStyleLbl="bgSibTrans2D1" presStyleIdx="2" presStyleCnt="7"/>
      <dgm:spPr/>
    </dgm:pt>
    <dgm:pt modelId="{349FCF7F-8CB4-4FF6-B777-A344F2F2B232}" type="pres">
      <dgm:prSet presAssocID="{953091AE-9215-4952-B563-B598C85A98BE}" presName="node" presStyleLbl="node1" presStyleIdx="2" presStyleCnt="7">
        <dgm:presLayoutVars>
          <dgm:bulletEnabled val="1"/>
        </dgm:presLayoutVars>
      </dgm:prSet>
      <dgm:spPr/>
    </dgm:pt>
    <dgm:pt modelId="{0F0EF329-C0DD-400D-A066-56D1C13E4456}" type="pres">
      <dgm:prSet presAssocID="{665CFB82-35F1-43D3-A02B-D0C576907D65}" presName="parTrans" presStyleLbl="bgSibTrans2D1" presStyleIdx="3" presStyleCnt="7"/>
      <dgm:spPr/>
    </dgm:pt>
    <dgm:pt modelId="{26E056C1-4AB9-4523-BAA2-911997531FD3}" type="pres">
      <dgm:prSet presAssocID="{8C4BC59E-7FFE-4620-8237-81D6A6B0CEBC}" presName="node" presStyleLbl="node1" presStyleIdx="3" presStyleCnt="7">
        <dgm:presLayoutVars>
          <dgm:bulletEnabled val="1"/>
        </dgm:presLayoutVars>
      </dgm:prSet>
      <dgm:spPr/>
    </dgm:pt>
    <dgm:pt modelId="{C4B598AD-FA59-4C92-9CE4-541BE6E0B23E}" type="pres">
      <dgm:prSet presAssocID="{4EAECC86-FF5F-4BDE-9656-78DDAF57E4FE}" presName="parTrans" presStyleLbl="bgSibTrans2D1" presStyleIdx="4" presStyleCnt="7"/>
      <dgm:spPr/>
    </dgm:pt>
    <dgm:pt modelId="{DFF59125-0502-45D4-845A-5CC1CA2A0227}" type="pres">
      <dgm:prSet presAssocID="{55A0F54A-8676-4A5C-9B9D-5B05926F3308}" presName="node" presStyleLbl="node1" presStyleIdx="4" presStyleCnt="7">
        <dgm:presLayoutVars>
          <dgm:bulletEnabled val="1"/>
        </dgm:presLayoutVars>
      </dgm:prSet>
      <dgm:spPr/>
    </dgm:pt>
    <dgm:pt modelId="{0FE26C76-3AC0-4A2A-930C-3A75435BC2E4}" type="pres">
      <dgm:prSet presAssocID="{20301F58-8CE8-499F-8D2D-D1522C9D6EC7}" presName="parTrans" presStyleLbl="bgSibTrans2D1" presStyleIdx="5" presStyleCnt="7"/>
      <dgm:spPr/>
    </dgm:pt>
    <dgm:pt modelId="{4931DC46-82A0-43CF-B106-F172231C6B55}" type="pres">
      <dgm:prSet presAssocID="{CB2F22FB-E3BE-4880-9B85-C7C5BF292849}" presName="node" presStyleLbl="node1" presStyleIdx="5" presStyleCnt="7">
        <dgm:presLayoutVars>
          <dgm:bulletEnabled val="1"/>
        </dgm:presLayoutVars>
      </dgm:prSet>
      <dgm:spPr/>
    </dgm:pt>
    <dgm:pt modelId="{DFB71CC0-9185-425C-A4C1-8DE04CD84356}" type="pres">
      <dgm:prSet presAssocID="{A7EC6A7F-8ABC-4E2A-B319-9ED7CC972F34}" presName="parTrans" presStyleLbl="bgSibTrans2D1" presStyleIdx="6" presStyleCnt="7"/>
      <dgm:spPr/>
    </dgm:pt>
    <dgm:pt modelId="{DAB91C29-933E-4FCC-BD71-CA00925F256B}" type="pres">
      <dgm:prSet presAssocID="{1480101A-CEF2-4009-A7D8-FD60AE3D3F00}" presName="node" presStyleLbl="node1" presStyleIdx="6" presStyleCnt="7">
        <dgm:presLayoutVars>
          <dgm:bulletEnabled val="1"/>
        </dgm:presLayoutVars>
      </dgm:prSet>
      <dgm:spPr/>
    </dgm:pt>
  </dgm:ptLst>
  <dgm:cxnLst>
    <dgm:cxn modelId="{7A673503-3831-4415-8987-D09D2F7BE0F2}" type="presOf" srcId="{8C4BC59E-7FFE-4620-8237-81D6A6B0CEBC}" destId="{26E056C1-4AB9-4523-BAA2-911997531FD3}" srcOrd="0" destOrd="0" presId="urn:microsoft.com/office/officeart/2005/8/layout/radial4"/>
    <dgm:cxn modelId="{EDF78A0E-5E4E-4070-B82D-EBAC8AB24E7C}" type="presOf" srcId="{BF904027-7CB4-4490-94B1-BBAAB5070924}" destId="{63D0F561-3EF1-4A9B-ABAF-4537865D8109}" srcOrd="0" destOrd="0" presId="urn:microsoft.com/office/officeart/2005/8/layout/radial4"/>
    <dgm:cxn modelId="{305EA91E-7F44-4928-8AC5-08E770481F5F}" type="presOf" srcId="{55A0F54A-8676-4A5C-9B9D-5B05926F3308}" destId="{DFF59125-0502-45D4-845A-5CC1CA2A0227}" srcOrd="0" destOrd="0" presId="urn:microsoft.com/office/officeart/2005/8/layout/radial4"/>
    <dgm:cxn modelId="{1E5ACA5C-EC47-4340-A500-AE3F59E5CE17}" type="presOf" srcId="{5F014777-B6E8-4F4C-98E2-E66FA17F70CB}" destId="{88BF75C1-5316-4394-9710-DDCA01C961B5}" srcOrd="0" destOrd="0" presId="urn:microsoft.com/office/officeart/2005/8/layout/radial4"/>
    <dgm:cxn modelId="{8DB48A41-6D0B-4469-8D40-5D3146B9DBB9}" type="presOf" srcId="{CB2F22FB-E3BE-4880-9B85-C7C5BF292849}" destId="{4931DC46-82A0-43CF-B106-F172231C6B55}" srcOrd="0" destOrd="0" presId="urn:microsoft.com/office/officeart/2005/8/layout/radial4"/>
    <dgm:cxn modelId="{D97BFA42-3919-46A9-9256-9BA5727F4A34}" type="presOf" srcId="{A4189271-E05C-457D-A055-6FC2A2A0F1EF}" destId="{7BCD5688-487C-4926-A4F3-AD49D58E18CB}" srcOrd="0" destOrd="0" presId="urn:microsoft.com/office/officeart/2005/8/layout/radial4"/>
    <dgm:cxn modelId="{E2DAC943-5E0C-4C28-A967-95A0C63833B0}" srcId="{BF904027-7CB4-4490-94B1-BBAAB5070924}" destId="{4ECAF36E-C432-49B9-B9CA-7312C14AA3AC}" srcOrd="0" destOrd="0" parTransId="{C6F6B153-C0DD-4766-80BF-98C91EB94559}" sibTransId="{3F357B29-DEA6-4327-9B32-0A094D723ED5}"/>
    <dgm:cxn modelId="{38BC7E6A-9F87-42E8-A07A-A67C0A40E58A}" type="presOf" srcId="{A1D948FC-7248-4DDB-B58A-5AF263FADA6F}" destId="{D8A9509F-0BA4-4CD3-B80A-B1E4EE931278}" srcOrd="0" destOrd="0" presId="urn:microsoft.com/office/officeart/2005/8/layout/radial4"/>
    <dgm:cxn modelId="{3710654D-545B-41B6-BAB4-89423FFD6FB5}" srcId="{4ECAF36E-C432-49B9-B9CA-7312C14AA3AC}" destId="{953091AE-9215-4952-B563-B598C85A98BE}" srcOrd="2" destOrd="0" parTransId="{74A865EC-44BF-42AD-9979-F1A567CCC66E}" sibTransId="{FF311649-A470-4CA3-9DEE-C2CA6F9BC0D3}"/>
    <dgm:cxn modelId="{9F25804D-3FE9-408F-8015-29FF9BC0D8A8}" type="presOf" srcId="{665CFB82-35F1-43D3-A02B-D0C576907D65}" destId="{0F0EF329-C0DD-400D-A066-56D1C13E4456}" srcOrd="0" destOrd="0" presId="urn:microsoft.com/office/officeart/2005/8/layout/radial4"/>
    <dgm:cxn modelId="{55328F7A-FF33-4229-841E-4564DDA672CB}" srcId="{4ECAF36E-C432-49B9-B9CA-7312C14AA3AC}" destId="{CB2F22FB-E3BE-4880-9B85-C7C5BF292849}" srcOrd="5" destOrd="0" parTransId="{20301F58-8CE8-499F-8D2D-D1522C9D6EC7}" sibTransId="{02EF54F9-85FB-48CC-884D-B5DB933E2226}"/>
    <dgm:cxn modelId="{2838F789-8CBB-4C78-89E5-DF4E8A12E3CF}" type="presOf" srcId="{4EAECC86-FF5F-4BDE-9656-78DDAF57E4FE}" destId="{C4B598AD-FA59-4C92-9CE4-541BE6E0B23E}" srcOrd="0" destOrd="0" presId="urn:microsoft.com/office/officeart/2005/8/layout/radial4"/>
    <dgm:cxn modelId="{2F636093-7521-4D9D-A107-5A2344AF4073}" srcId="{4ECAF36E-C432-49B9-B9CA-7312C14AA3AC}" destId="{A4189271-E05C-457D-A055-6FC2A2A0F1EF}" srcOrd="1" destOrd="0" parTransId="{8ACC1060-062C-4C6D-ACF6-4B78A4A660CD}" sibTransId="{4BE7A7A2-234D-4BEA-BE3B-C5838D8BAAD6}"/>
    <dgm:cxn modelId="{D289B394-5D18-4719-B21E-7FB0E696DE6F}" type="presOf" srcId="{1480101A-CEF2-4009-A7D8-FD60AE3D3F00}" destId="{DAB91C29-933E-4FCC-BD71-CA00925F256B}" srcOrd="0" destOrd="0" presId="urn:microsoft.com/office/officeart/2005/8/layout/radial4"/>
    <dgm:cxn modelId="{A3EA519D-B995-46C7-82E4-232DB5AE207F}" type="presOf" srcId="{8ACC1060-062C-4C6D-ACF6-4B78A4A660CD}" destId="{3BB51523-DE57-40BD-9922-91B90AF31793}" srcOrd="0" destOrd="0" presId="urn:microsoft.com/office/officeart/2005/8/layout/radial4"/>
    <dgm:cxn modelId="{BE76AEAF-4FBF-4BFF-AA00-B0559897C6F9}" srcId="{4ECAF36E-C432-49B9-B9CA-7312C14AA3AC}" destId="{8C4BC59E-7FFE-4620-8237-81D6A6B0CEBC}" srcOrd="3" destOrd="0" parTransId="{665CFB82-35F1-43D3-A02B-D0C576907D65}" sibTransId="{C19A2FB0-1741-4F6A-AE26-BFB698AF39EA}"/>
    <dgm:cxn modelId="{52DDCDAF-1B5C-4FD7-B1D2-8291110ED055}" srcId="{4ECAF36E-C432-49B9-B9CA-7312C14AA3AC}" destId="{A1D948FC-7248-4DDB-B58A-5AF263FADA6F}" srcOrd="0" destOrd="0" parTransId="{5F014777-B6E8-4F4C-98E2-E66FA17F70CB}" sibTransId="{523F18C3-8CE8-4C27-A53B-7FC9D16C0D8A}"/>
    <dgm:cxn modelId="{8C121AD5-7547-46B3-93D4-B933E92DF912}" type="presOf" srcId="{20301F58-8CE8-499F-8D2D-D1522C9D6EC7}" destId="{0FE26C76-3AC0-4A2A-930C-3A75435BC2E4}" srcOrd="0" destOrd="0" presId="urn:microsoft.com/office/officeart/2005/8/layout/radial4"/>
    <dgm:cxn modelId="{E06AAFD8-F9EA-4AD2-822C-15A33BCAAA28}" type="presOf" srcId="{953091AE-9215-4952-B563-B598C85A98BE}" destId="{349FCF7F-8CB4-4FF6-B777-A344F2F2B232}" srcOrd="0" destOrd="0" presId="urn:microsoft.com/office/officeart/2005/8/layout/radial4"/>
    <dgm:cxn modelId="{A3F209DA-A0DF-42F7-B02B-B4F738384C29}" type="presOf" srcId="{74A865EC-44BF-42AD-9979-F1A567CCC66E}" destId="{2A40A558-9207-4B25-B35A-22C747BE2967}" srcOrd="0" destOrd="0" presId="urn:microsoft.com/office/officeart/2005/8/layout/radial4"/>
    <dgm:cxn modelId="{E33E3FDE-A322-4C58-810C-359CC2D97477}" srcId="{4ECAF36E-C432-49B9-B9CA-7312C14AA3AC}" destId="{55A0F54A-8676-4A5C-9B9D-5B05926F3308}" srcOrd="4" destOrd="0" parTransId="{4EAECC86-FF5F-4BDE-9656-78DDAF57E4FE}" sibTransId="{0E609FE9-3973-4131-8893-80BDB4EDFBA1}"/>
    <dgm:cxn modelId="{7DEC50F3-4685-44D9-B720-A9BDF20427EA}" type="presOf" srcId="{4ECAF36E-C432-49B9-B9CA-7312C14AA3AC}" destId="{25A538A1-1DCB-452A-9D99-C9AA37AC1F13}" srcOrd="0" destOrd="0" presId="urn:microsoft.com/office/officeart/2005/8/layout/radial4"/>
    <dgm:cxn modelId="{7CA98CFA-FACC-43C2-830D-F1701B5EED47}" type="presOf" srcId="{A7EC6A7F-8ABC-4E2A-B319-9ED7CC972F34}" destId="{DFB71CC0-9185-425C-A4C1-8DE04CD84356}" srcOrd="0" destOrd="0" presId="urn:microsoft.com/office/officeart/2005/8/layout/radial4"/>
    <dgm:cxn modelId="{7DE09CFD-93D6-48F2-9B6B-778323E7519F}" srcId="{4ECAF36E-C432-49B9-B9CA-7312C14AA3AC}" destId="{1480101A-CEF2-4009-A7D8-FD60AE3D3F00}" srcOrd="6" destOrd="0" parTransId="{A7EC6A7F-8ABC-4E2A-B319-9ED7CC972F34}" sibTransId="{4E826411-D02B-4909-A9D6-3307E7287DB1}"/>
    <dgm:cxn modelId="{AE33DEA9-96A4-4234-8362-E2D036E39E86}" type="presParOf" srcId="{63D0F561-3EF1-4A9B-ABAF-4537865D8109}" destId="{25A538A1-1DCB-452A-9D99-C9AA37AC1F13}" srcOrd="0" destOrd="0" presId="urn:microsoft.com/office/officeart/2005/8/layout/radial4"/>
    <dgm:cxn modelId="{23259A1B-0D4A-4ED1-85D0-AFA2B54D71F7}" type="presParOf" srcId="{63D0F561-3EF1-4A9B-ABAF-4537865D8109}" destId="{88BF75C1-5316-4394-9710-DDCA01C961B5}" srcOrd="1" destOrd="0" presId="urn:microsoft.com/office/officeart/2005/8/layout/radial4"/>
    <dgm:cxn modelId="{44E14B35-6C9A-4BCE-9E28-BF6511A2FCB9}" type="presParOf" srcId="{63D0F561-3EF1-4A9B-ABAF-4537865D8109}" destId="{D8A9509F-0BA4-4CD3-B80A-B1E4EE931278}" srcOrd="2" destOrd="0" presId="urn:microsoft.com/office/officeart/2005/8/layout/radial4"/>
    <dgm:cxn modelId="{2E7557FA-43FB-41BB-836A-9D84995D3FA2}" type="presParOf" srcId="{63D0F561-3EF1-4A9B-ABAF-4537865D8109}" destId="{3BB51523-DE57-40BD-9922-91B90AF31793}" srcOrd="3" destOrd="0" presId="urn:microsoft.com/office/officeart/2005/8/layout/radial4"/>
    <dgm:cxn modelId="{9C599DAA-FFA3-459B-8876-CB56FEED002C}" type="presParOf" srcId="{63D0F561-3EF1-4A9B-ABAF-4537865D8109}" destId="{7BCD5688-487C-4926-A4F3-AD49D58E18CB}" srcOrd="4" destOrd="0" presId="urn:microsoft.com/office/officeart/2005/8/layout/radial4"/>
    <dgm:cxn modelId="{EB6A3E76-FA4A-4514-AE7D-EAF1ABC9FBF8}" type="presParOf" srcId="{63D0F561-3EF1-4A9B-ABAF-4537865D8109}" destId="{2A40A558-9207-4B25-B35A-22C747BE2967}" srcOrd="5" destOrd="0" presId="urn:microsoft.com/office/officeart/2005/8/layout/radial4"/>
    <dgm:cxn modelId="{5BCC8143-C070-4636-B1B2-1257B6D2B915}" type="presParOf" srcId="{63D0F561-3EF1-4A9B-ABAF-4537865D8109}" destId="{349FCF7F-8CB4-4FF6-B777-A344F2F2B232}" srcOrd="6" destOrd="0" presId="urn:microsoft.com/office/officeart/2005/8/layout/radial4"/>
    <dgm:cxn modelId="{D39ABD90-5F13-43F7-BB34-F990C1AA8265}" type="presParOf" srcId="{63D0F561-3EF1-4A9B-ABAF-4537865D8109}" destId="{0F0EF329-C0DD-400D-A066-56D1C13E4456}" srcOrd="7" destOrd="0" presId="urn:microsoft.com/office/officeart/2005/8/layout/radial4"/>
    <dgm:cxn modelId="{B9115BB2-5910-4D28-B09F-F3C76C952ADB}" type="presParOf" srcId="{63D0F561-3EF1-4A9B-ABAF-4537865D8109}" destId="{26E056C1-4AB9-4523-BAA2-911997531FD3}" srcOrd="8" destOrd="0" presId="urn:microsoft.com/office/officeart/2005/8/layout/radial4"/>
    <dgm:cxn modelId="{CF26604F-83BE-4248-94B8-1C073211CC60}" type="presParOf" srcId="{63D0F561-3EF1-4A9B-ABAF-4537865D8109}" destId="{C4B598AD-FA59-4C92-9CE4-541BE6E0B23E}" srcOrd="9" destOrd="0" presId="urn:microsoft.com/office/officeart/2005/8/layout/radial4"/>
    <dgm:cxn modelId="{8F093230-CB2C-4590-80C0-E2EED81FDD8D}" type="presParOf" srcId="{63D0F561-3EF1-4A9B-ABAF-4537865D8109}" destId="{DFF59125-0502-45D4-845A-5CC1CA2A0227}" srcOrd="10" destOrd="0" presId="urn:microsoft.com/office/officeart/2005/8/layout/radial4"/>
    <dgm:cxn modelId="{B76361F0-6CB9-47AF-BF73-1F1EC8CC2693}" type="presParOf" srcId="{63D0F561-3EF1-4A9B-ABAF-4537865D8109}" destId="{0FE26C76-3AC0-4A2A-930C-3A75435BC2E4}" srcOrd="11" destOrd="0" presId="urn:microsoft.com/office/officeart/2005/8/layout/radial4"/>
    <dgm:cxn modelId="{3043CB70-4DBD-4CD4-AE9B-D7AE3E2DC20C}" type="presParOf" srcId="{63D0F561-3EF1-4A9B-ABAF-4537865D8109}" destId="{4931DC46-82A0-43CF-B106-F172231C6B55}" srcOrd="12" destOrd="0" presId="urn:microsoft.com/office/officeart/2005/8/layout/radial4"/>
    <dgm:cxn modelId="{5C26AAB9-D00C-4EE8-800B-F580E22589E3}" type="presParOf" srcId="{63D0F561-3EF1-4A9B-ABAF-4537865D8109}" destId="{DFB71CC0-9185-425C-A4C1-8DE04CD84356}" srcOrd="13" destOrd="0" presId="urn:microsoft.com/office/officeart/2005/8/layout/radial4"/>
    <dgm:cxn modelId="{AD843914-10DA-4236-A6D2-F5AF643D0751}" type="presParOf" srcId="{63D0F561-3EF1-4A9B-ABAF-4537865D8109}" destId="{DAB91C29-933E-4FCC-BD71-CA00925F256B}" srcOrd="1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CE72930-0BAA-48B9-BA3C-C75A482113AA}" type="doc">
      <dgm:prSet loTypeId="urn:microsoft.com/office/officeart/2005/8/layout/vList4" loCatId="pictur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EF0688-7202-4559-B264-15D5B3603E6C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000" dirty="0">
              <a:solidFill>
                <a:srgbClr val="374183"/>
              </a:solidFill>
              <a:cs typeface="B Mitra" panose="00000400000000000000" pitchFamily="2" charset="-78"/>
            </a:rPr>
            <a:t>وب سایت</a:t>
          </a:r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536FEB50-EE80-4A9F-8C93-D6F13070FC72}" type="parTrans" cxnId="{AB0F2196-361A-469A-9A11-A9039B0E8263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113A4806-380A-4D78-8E05-90AAC7F026E6}" type="sibTrans" cxnId="{AB0F2196-361A-469A-9A11-A9039B0E8263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91129405-19D7-4D2C-9E6B-73742BCFC61C}">
      <dgm:prSet phldrT="[Text]" custT="1"/>
      <dgm:spPr>
        <a:solidFill>
          <a:srgbClr val="CE90A3"/>
        </a:solidFill>
      </dgm:spPr>
      <dgm:t>
        <a:bodyPr/>
        <a:lstStyle/>
        <a:p>
          <a:r>
            <a:rPr lang="en-US" sz="2000" i="0" dirty="0">
              <a:solidFill>
                <a:srgbClr val="374183"/>
              </a:solidFill>
              <a:cs typeface="B Mitra" panose="00000400000000000000" pitchFamily="2" charset="-78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https://maryamroshan.com</a:t>
          </a:r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C69F70D-C7BF-4527-A4B2-7FA4047F8887}" type="parTrans" cxnId="{21C57DEE-F635-43B4-AAE2-A521EE771A4A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0497661-7D2B-49FF-8D10-DFC3D29B43EA}" type="sibTrans" cxnId="{21C57DEE-F635-43B4-AAE2-A521EE771A4A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6F3E4E2F-67BF-4FC5-8885-AB6C20044DE4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000" dirty="0">
              <a:solidFill>
                <a:srgbClr val="374183"/>
              </a:solidFill>
              <a:cs typeface="B Mitra" panose="00000400000000000000" pitchFamily="2" charset="-78"/>
            </a:rPr>
            <a:t>کاتالوگ هوشمند</a:t>
          </a:r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66FD1AA6-05F2-441D-8C9A-E49C2AA88FCC}" type="parTrans" cxnId="{95E8E955-939F-481D-87B0-8ED9058ABB15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8D04541F-85DE-499B-B8B5-80ADE20F9542}" type="sibTrans" cxnId="{95E8E955-939F-481D-87B0-8ED9058ABB15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8763E777-C083-4FFD-BF85-153DFA5D3569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000" dirty="0">
              <a:solidFill>
                <a:srgbClr val="374183"/>
              </a:solidFill>
              <a:cs typeface="B Mitra" panose="00000400000000000000" pitchFamily="2" charset="-78"/>
            </a:rPr>
            <a:t>کانال رسمی واتسپ</a:t>
          </a:r>
        </a:p>
      </dgm:t>
    </dgm:pt>
    <dgm:pt modelId="{0C1BC294-076D-4CE8-8FAF-2282A4FCA5ED}" type="parTrans" cxnId="{50819420-6A71-44AB-8899-3681E6679DE9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621AD8C5-C3E4-4BC8-89CB-7C6C8BACD269}" type="sibTrans" cxnId="{50819420-6A71-44AB-8899-3681E6679DE9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49FA5264-C7A3-4A62-8494-6B45A5C4EC5F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000" dirty="0">
              <a:solidFill>
                <a:srgbClr val="374183"/>
              </a:solidFill>
              <a:cs typeface="B Mitra" panose="00000400000000000000" pitchFamily="2" charset="-78"/>
            </a:rPr>
            <a:t>کانال پینترست</a:t>
          </a:r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8380EF4D-6103-467C-B955-35009CF5E882}" type="parTrans" cxnId="{459E31BD-901F-4405-964E-5B4C811874B2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D2C3F02-A5FD-4C28-9B74-4BB5FA77596D}" type="sibTrans" cxnId="{459E31BD-901F-4405-964E-5B4C811874B2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11231D6D-ECD3-4CD4-B516-26D379FDEA31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000" dirty="0">
              <a:solidFill>
                <a:srgbClr val="374183"/>
              </a:solidFill>
              <a:cs typeface="B Mitra" panose="00000400000000000000" pitchFamily="2" charset="-78"/>
            </a:rPr>
            <a:t>کانال یوتیوپ</a:t>
          </a:r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1B8C3462-893D-4454-A792-98F937C9B040}" type="parTrans" cxnId="{E66F4A22-02BA-4F6B-A2E8-F9EBEE8194CA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265474FA-D015-4169-9CFC-D0F6432185ED}" type="sibTrans" cxnId="{E66F4A22-02BA-4F6B-A2E8-F9EBEE8194CA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B6CFBB1F-EFD4-4B3C-8CFC-A003DC4FEBE7}">
      <dgm:prSet custT="1"/>
      <dgm:spPr/>
      <dgm:t>
        <a:bodyPr/>
        <a:lstStyle/>
        <a:p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8C226D56-C93B-4E95-822A-48018E9E9D9B}" type="parTrans" cxnId="{49124782-13FB-4917-B0E0-288A77B34590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ED5A6C6D-C5BC-4963-8A4C-E71CC630534B}" type="sibTrans" cxnId="{49124782-13FB-4917-B0E0-288A77B34590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38A6401-11F1-4004-9C20-2B908B073794}">
      <dgm:prSet phldrT="[Text]" custT="1"/>
      <dgm:spPr>
        <a:solidFill>
          <a:srgbClr val="CE90A3"/>
        </a:solidFill>
      </dgm:spPr>
      <dgm:t>
        <a:bodyPr/>
        <a:lstStyle/>
        <a:p>
          <a:r>
            <a:rPr lang="en-US" sz="2000" dirty="0">
              <a:solidFill>
                <a:srgbClr val="374183"/>
              </a:solidFill>
              <a:cs typeface="B Mitra" panose="00000400000000000000" pitchFamily="2" charset="-78"/>
            </a:rPr>
            <a:t>https://www.instagram.com/maryam.roshanbeauty</a:t>
          </a:r>
        </a:p>
      </dgm:t>
    </dgm:pt>
    <dgm:pt modelId="{D87AD072-6A7B-421F-BBEC-C3E806FF4B5E}" type="sibTrans" cxnId="{72C5CCAF-BB96-4703-850F-5B60991E9C8A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3E75145-B40B-431F-81D1-43D0A3F1FD70}" type="parTrans" cxnId="{72C5CCAF-BB96-4703-850F-5B60991E9C8A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0E1576A8-5325-4D41-B6CF-2A526B408360}" type="pres">
      <dgm:prSet presAssocID="{0CE72930-0BAA-48B9-BA3C-C75A482113AA}" presName="linear" presStyleCnt="0">
        <dgm:presLayoutVars>
          <dgm:dir/>
          <dgm:resizeHandles val="exact"/>
        </dgm:presLayoutVars>
      </dgm:prSet>
      <dgm:spPr/>
    </dgm:pt>
    <dgm:pt modelId="{F91DEA72-B05D-4905-9D8E-A00F7326895D}" type="pres">
      <dgm:prSet presAssocID="{08EF0688-7202-4559-B264-15D5B3603E6C}" presName="comp" presStyleCnt="0"/>
      <dgm:spPr/>
    </dgm:pt>
    <dgm:pt modelId="{665DAF1C-33F6-4EBD-B90F-018CFE2AC5FF}" type="pres">
      <dgm:prSet presAssocID="{08EF0688-7202-4559-B264-15D5B3603E6C}" presName="box" presStyleLbl="node1" presStyleIdx="0" presStyleCnt="6"/>
      <dgm:spPr/>
    </dgm:pt>
    <dgm:pt modelId="{F71AD0D4-AFD3-4A52-84D7-A058087E311A}" type="pres">
      <dgm:prSet presAssocID="{08EF0688-7202-4559-B264-15D5B3603E6C}" presName="img" presStyleLbl="fgImgPlace1" presStyleIdx="0" presStyleCnt="6"/>
      <dgm:spPr>
        <a:blipFill dpi="0" rotWithShape="1">
          <a:blip xmlns:r="http://schemas.openxmlformats.org/officeDocument/2006/relationships" r:embed="rId2"/>
          <a:srcRect/>
          <a:stretch>
            <a:fillRect l="26352" r="26352"/>
          </a:stretch>
        </a:blipFill>
      </dgm:spPr>
    </dgm:pt>
    <dgm:pt modelId="{4B09AE3D-84E5-4292-BA07-7784D033293C}" type="pres">
      <dgm:prSet presAssocID="{08EF0688-7202-4559-B264-15D5B3603E6C}" presName="text" presStyleLbl="node1" presStyleIdx="0" presStyleCnt="6">
        <dgm:presLayoutVars>
          <dgm:bulletEnabled val="1"/>
        </dgm:presLayoutVars>
      </dgm:prSet>
      <dgm:spPr/>
    </dgm:pt>
    <dgm:pt modelId="{CA093F89-249A-4910-AA6A-2E849488D717}" type="pres">
      <dgm:prSet presAssocID="{113A4806-380A-4D78-8E05-90AAC7F026E6}" presName="spacer" presStyleCnt="0"/>
      <dgm:spPr/>
    </dgm:pt>
    <dgm:pt modelId="{06313A5C-B2F9-4DFD-B50D-21CB13F13433}" type="pres">
      <dgm:prSet presAssocID="{6F3E4E2F-67BF-4FC5-8885-AB6C20044DE4}" presName="comp" presStyleCnt="0"/>
      <dgm:spPr/>
    </dgm:pt>
    <dgm:pt modelId="{445168ED-0DB7-4070-A1E8-4A9FB9682BF0}" type="pres">
      <dgm:prSet presAssocID="{6F3E4E2F-67BF-4FC5-8885-AB6C20044DE4}" presName="box" presStyleLbl="node1" presStyleIdx="1" presStyleCnt="6"/>
      <dgm:spPr/>
    </dgm:pt>
    <dgm:pt modelId="{C5A7E090-91DF-40E0-911F-F7A5FDF05A57}" type="pres">
      <dgm:prSet presAssocID="{6F3E4E2F-67BF-4FC5-8885-AB6C20044DE4}" presName="img" presStyleLbl="fgImgPlace1" presStyleIdx="1" presStyleCnt="6"/>
      <dgm:spPr>
        <a:blipFill dpi="0" rotWithShape="1">
          <a:blip xmlns:r="http://schemas.openxmlformats.org/officeDocument/2006/relationships" r:embed="rId3"/>
          <a:srcRect/>
          <a:stretch>
            <a:fillRect l="29492" r="29492"/>
          </a:stretch>
        </a:blipFill>
      </dgm:spPr>
    </dgm:pt>
    <dgm:pt modelId="{C13A18AF-868F-459D-85B0-725FBBF8D1E6}" type="pres">
      <dgm:prSet presAssocID="{6F3E4E2F-67BF-4FC5-8885-AB6C20044DE4}" presName="text" presStyleLbl="node1" presStyleIdx="1" presStyleCnt="6">
        <dgm:presLayoutVars>
          <dgm:bulletEnabled val="1"/>
        </dgm:presLayoutVars>
      </dgm:prSet>
      <dgm:spPr/>
    </dgm:pt>
    <dgm:pt modelId="{14AD2640-3547-43CA-8794-28E88A3B1EE6}" type="pres">
      <dgm:prSet presAssocID="{8D04541F-85DE-499B-B8B5-80ADE20F9542}" presName="spacer" presStyleCnt="0"/>
      <dgm:spPr/>
    </dgm:pt>
    <dgm:pt modelId="{61173055-5F8A-465D-A00A-DBE168AAA5A8}" type="pres">
      <dgm:prSet presAssocID="{C38A6401-11F1-4004-9C20-2B908B073794}" presName="comp" presStyleCnt="0"/>
      <dgm:spPr/>
    </dgm:pt>
    <dgm:pt modelId="{D92E93DC-D4EA-43E1-8D1E-5FED2E67FB6B}" type="pres">
      <dgm:prSet presAssocID="{C38A6401-11F1-4004-9C20-2B908B073794}" presName="box" presStyleLbl="node1" presStyleIdx="2" presStyleCnt="6"/>
      <dgm:spPr/>
    </dgm:pt>
    <dgm:pt modelId="{A66BF905-54DD-494C-A6A8-78DD7279DD71}" type="pres">
      <dgm:prSet presAssocID="{C38A6401-11F1-4004-9C20-2B908B073794}" presName="img" presStyleLbl="fgImgPlace1" presStyleIdx="2" presStyleCnt="6"/>
      <dgm:spPr>
        <a:blipFill dpi="0" rotWithShape="1">
          <a:blip xmlns:r="http://schemas.openxmlformats.org/officeDocument/2006/relationships" r:embed="rId4"/>
          <a:srcRect/>
          <a:stretch>
            <a:fillRect l="29492" r="29492"/>
          </a:stretch>
        </a:blipFill>
      </dgm:spPr>
    </dgm:pt>
    <dgm:pt modelId="{29BDCF9E-22CA-44E9-8BA0-0B60E2113215}" type="pres">
      <dgm:prSet presAssocID="{C38A6401-11F1-4004-9C20-2B908B073794}" presName="text" presStyleLbl="node1" presStyleIdx="2" presStyleCnt="6">
        <dgm:presLayoutVars>
          <dgm:bulletEnabled val="1"/>
        </dgm:presLayoutVars>
      </dgm:prSet>
      <dgm:spPr/>
    </dgm:pt>
    <dgm:pt modelId="{A78C8167-2572-4EA4-9A8F-C50EA50DFF4D}" type="pres">
      <dgm:prSet presAssocID="{D87AD072-6A7B-421F-BBEC-C3E806FF4B5E}" presName="spacer" presStyleCnt="0"/>
      <dgm:spPr/>
    </dgm:pt>
    <dgm:pt modelId="{F1C18815-BA2A-4757-A59B-C93A2D13DE5F}" type="pres">
      <dgm:prSet presAssocID="{8763E777-C083-4FFD-BF85-153DFA5D3569}" presName="comp" presStyleCnt="0"/>
      <dgm:spPr/>
    </dgm:pt>
    <dgm:pt modelId="{F8A5AA5F-720F-46D5-B07B-B11A91E92AE9}" type="pres">
      <dgm:prSet presAssocID="{8763E777-C083-4FFD-BF85-153DFA5D3569}" presName="box" presStyleLbl="node1" presStyleIdx="3" presStyleCnt="6"/>
      <dgm:spPr/>
    </dgm:pt>
    <dgm:pt modelId="{D39AC462-6A28-4C73-8071-D5F6CBA75911}" type="pres">
      <dgm:prSet presAssocID="{8763E777-C083-4FFD-BF85-153DFA5D3569}" presName="img" presStyleLbl="fgImgPlace1" presStyleIdx="3" presStyleCnt="6"/>
      <dgm:spPr>
        <a:blipFill dpi="0" rotWithShape="1">
          <a:blip xmlns:r="http://schemas.openxmlformats.org/officeDocument/2006/relationships" r:embed="rId5"/>
          <a:srcRect/>
          <a:stretch>
            <a:fillRect l="29492" r="29492"/>
          </a:stretch>
        </a:blipFill>
      </dgm:spPr>
    </dgm:pt>
    <dgm:pt modelId="{202DF55B-07B6-485E-BE8B-2E2BF317C8CF}" type="pres">
      <dgm:prSet presAssocID="{8763E777-C083-4FFD-BF85-153DFA5D3569}" presName="text" presStyleLbl="node1" presStyleIdx="3" presStyleCnt="6">
        <dgm:presLayoutVars>
          <dgm:bulletEnabled val="1"/>
        </dgm:presLayoutVars>
      </dgm:prSet>
      <dgm:spPr/>
    </dgm:pt>
    <dgm:pt modelId="{D9A919E7-2F52-4E6F-9D0E-D5B8C1B375E3}" type="pres">
      <dgm:prSet presAssocID="{621AD8C5-C3E4-4BC8-89CB-7C6C8BACD269}" presName="spacer" presStyleCnt="0"/>
      <dgm:spPr/>
    </dgm:pt>
    <dgm:pt modelId="{D0D2DA3D-B613-4254-8A77-E46035616871}" type="pres">
      <dgm:prSet presAssocID="{11231D6D-ECD3-4CD4-B516-26D379FDEA31}" presName="comp" presStyleCnt="0"/>
      <dgm:spPr/>
    </dgm:pt>
    <dgm:pt modelId="{CEF0F296-16C9-4082-AAD8-CD64EA9E539E}" type="pres">
      <dgm:prSet presAssocID="{11231D6D-ECD3-4CD4-B516-26D379FDEA31}" presName="box" presStyleLbl="node1" presStyleIdx="4" presStyleCnt="6"/>
      <dgm:spPr/>
    </dgm:pt>
    <dgm:pt modelId="{DFCF0562-89A0-42D7-8F35-F420018D493F}" type="pres">
      <dgm:prSet presAssocID="{11231D6D-ECD3-4CD4-B516-26D379FDEA31}" presName="img" presStyleLbl="fgImgPlace1" presStyleIdx="4" presStyleCnt="6"/>
      <dgm:spPr>
        <a:blipFill dpi="0" rotWithShape="1">
          <a:blip xmlns:r="http://schemas.openxmlformats.org/officeDocument/2006/relationships" r:embed="rId6"/>
          <a:srcRect/>
          <a:stretch>
            <a:fillRect l="29492" r="29492"/>
          </a:stretch>
        </a:blipFill>
      </dgm:spPr>
    </dgm:pt>
    <dgm:pt modelId="{6F414EF0-14F9-44F1-A59D-7773820363B9}" type="pres">
      <dgm:prSet presAssocID="{11231D6D-ECD3-4CD4-B516-26D379FDEA31}" presName="text" presStyleLbl="node1" presStyleIdx="4" presStyleCnt="6">
        <dgm:presLayoutVars>
          <dgm:bulletEnabled val="1"/>
        </dgm:presLayoutVars>
      </dgm:prSet>
      <dgm:spPr/>
    </dgm:pt>
    <dgm:pt modelId="{43671FF6-9AEE-4AB8-92F2-CD8D3CBD70DC}" type="pres">
      <dgm:prSet presAssocID="{265474FA-D015-4169-9CFC-D0F6432185ED}" presName="spacer" presStyleCnt="0"/>
      <dgm:spPr/>
    </dgm:pt>
    <dgm:pt modelId="{CB2083C6-FA6B-46BF-A648-8D477D58AF2B}" type="pres">
      <dgm:prSet presAssocID="{49FA5264-C7A3-4A62-8494-6B45A5C4EC5F}" presName="comp" presStyleCnt="0"/>
      <dgm:spPr/>
    </dgm:pt>
    <dgm:pt modelId="{93E1159F-AD78-425F-ADC4-275D5D303C12}" type="pres">
      <dgm:prSet presAssocID="{49FA5264-C7A3-4A62-8494-6B45A5C4EC5F}" presName="box" presStyleLbl="node1" presStyleIdx="5" presStyleCnt="6"/>
      <dgm:spPr/>
    </dgm:pt>
    <dgm:pt modelId="{0459E449-BA91-415B-9371-0CBCC95D40C1}" type="pres">
      <dgm:prSet presAssocID="{49FA5264-C7A3-4A62-8494-6B45A5C4EC5F}" presName="img" presStyleLbl="fgImgPlace1" presStyleIdx="5" presStyleCnt="6"/>
      <dgm:spPr>
        <a:blipFill dpi="0" rotWithShape="1">
          <a:blip xmlns:r="http://schemas.openxmlformats.org/officeDocument/2006/relationships" r:embed="rId7"/>
          <a:srcRect/>
          <a:stretch>
            <a:fillRect l="29492" r="29492"/>
          </a:stretch>
        </a:blipFill>
      </dgm:spPr>
    </dgm:pt>
    <dgm:pt modelId="{E45C10A6-44A6-4693-A1A2-CC8C59EA005F}" type="pres">
      <dgm:prSet presAssocID="{49FA5264-C7A3-4A62-8494-6B45A5C4EC5F}" presName="text" presStyleLbl="node1" presStyleIdx="5" presStyleCnt="6">
        <dgm:presLayoutVars>
          <dgm:bulletEnabled val="1"/>
        </dgm:presLayoutVars>
      </dgm:prSet>
      <dgm:spPr/>
    </dgm:pt>
  </dgm:ptLst>
  <dgm:cxnLst>
    <dgm:cxn modelId="{2418FD14-8555-4976-B183-DEF7375FE822}" type="presOf" srcId="{08EF0688-7202-4559-B264-15D5B3603E6C}" destId="{4B09AE3D-84E5-4292-BA07-7784D033293C}" srcOrd="1" destOrd="0" presId="urn:microsoft.com/office/officeart/2005/8/layout/vList4"/>
    <dgm:cxn modelId="{0D85551E-3C86-4FF9-BBA7-DCBC422AA9D5}" type="presOf" srcId="{11231D6D-ECD3-4CD4-B516-26D379FDEA31}" destId="{CEF0F296-16C9-4082-AAD8-CD64EA9E539E}" srcOrd="0" destOrd="0" presId="urn:microsoft.com/office/officeart/2005/8/layout/vList4"/>
    <dgm:cxn modelId="{50819420-6A71-44AB-8899-3681E6679DE9}" srcId="{0CE72930-0BAA-48B9-BA3C-C75A482113AA}" destId="{8763E777-C083-4FFD-BF85-153DFA5D3569}" srcOrd="3" destOrd="0" parTransId="{0C1BC294-076D-4CE8-8FAF-2282A4FCA5ED}" sibTransId="{621AD8C5-C3E4-4BC8-89CB-7C6C8BACD269}"/>
    <dgm:cxn modelId="{E66F4A22-02BA-4F6B-A2E8-F9EBEE8194CA}" srcId="{0CE72930-0BAA-48B9-BA3C-C75A482113AA}" destId="{11231D6D-ECD3-4CD4-B516-26D379FDEA31}" srcOrd="4" destOrd="0" parTransId="{1B8C3462-893D-4454-A792-98F937C9B040}" sibTransId="{265474FA-D015-4169-9CFC-D0F6432185ED}"/>
    <dgm:cxn modelId="{4B7A7726-6BEB-4383-B72F-8D3B0BA3BBB1}" type="presOf" srcId="{91129405-19D7-4D2C-9E6B-73742BCFC61C}" destId="{4B09AE3D-84E5-4292-BA07-7784D033293C}" srcOrd="1" destOrd="1" presId="urn:microsoft.com/office/officeart/2005/8/layout/vList4"/>
    <dgm:cxn modelId="{4633E237-B268-4841-A1F6-B89D0682F491}" type="presOf" srcId="{6F3E4E2F-67BF-4FC5-8885-AB6C20044DE4}" destId="{445168ED-0DB7-4070-A1E8-4A9FB9682BF0}" srcOrd="0" destOrd="0" presId="urn:microsoft.com/office/officeart/2005/8/layout/vList4"/>
    <dgm:cxn modelId="{420E173C-65CA-4153-A7E4-DAD5C368E2F6}" type="presOf" srcId="{11231D6D-ECD3-4CD4-B516-26D379FDEA31}" destId="{6F414EF0-14F9-44F1-A59D-7773820363B9}" srcOrd="1" destOrd="0" presId="urn:microsoft.com/office/officeart/2005/8/layout/vList4"/>
    <dgm:cxn modelId="{2401745C-0948-4A31-BF9A-A313A823CA72}" type="presOf" srcId="{08EF0688-7202-4559-B264-15D5B3603E6C}" destId="{665DAF1C-33F6-4EBD-B90F-018CFE2AC5FF}" srcOrd="0" destOrd="0" presId="urn:microsoft.com/office/officeart/2005/8/layout/vList4"/>
    <dgm:cxn modelId="{9D2EAC41-F495-4B72-A29F-C794BCCD388C}" type="presOf" srcId="{B6CFBB1F-EFD4-4B3C-8CFC-A003DC4FEBE7}" destId="{4B09AE3D-84E5-4292-BA07-7784D033293C}" srcOrd="1" destOrd="2" presId="urn:microsoft.com/office/officeart/2005/8/layout/vList4"/>
    <dgm:cxn modelId="{93CA4B44-8DEA-4B30-969B-0A8F5056DDE3}" type="presOf" srcId="{C38A6401-11F1-4004-9C20-2B908B073794}" destId="{D92E93DC-D4EA-43E1-8D1E-5FED2E67FB6B}" srcOrd="0" destOrd="0" presId="urn:microsoft.com/office/officeart/2005/8/layout/vList4"/>
    <dgm:cxn modelId="{DC30DE44-DDB7-4E8F-BF88-5DFF1B88BE40}" type="presOf" srcId="{6F3E4E2F-67BF-4FC5-8885-AB6C20044DE4}" destId="{C13A18AF-868F-459D-85B0-725FBBF8D1E6}" srcOrd="1" destOrd="0" presId="urn:microsoft.com/office/officeart/2005/8/layout/vList4"/>
    <dgm:cxn modelId="{95E8E955-939F-481D-87B0-8ED9058ABB15}" srcId="{0CE72930-0BAA-48B9-BA3C-C75A482113AA}" destId="{6F3E4E2F-67BF-4FC5-8885-AB6C20044DE4}" srcOrd="1" destOrd="0" parTransId="{66FD1AA6-05F2-441D-8C9A-E49C2AA88FCC}" sibTransId="{8D04541F-85DE-499B-B8B5-80ADE20F9542}"/>
    <dgm:cxn modelId="{49124782-13FB-4917-B0E0-288A77B34590}" srcId="{08EF0688-7202-4559-B264-15D5B3603E6C}" destId="{B6CFBB1F-EFD4-4B3C-8CFC-A003DC4FEBE7}" srcOrd="1" destOrd="0" parTransId="{8C226D56-C93B-4E95-822A-48018E9E9D9B}" sibTransId="{ED5A6C6D-C5BC-4963-8A4C-E71CC630534B}"/>
    <dgm:cxn modelId="{AB0F2196-361A-469A-9A11-A9039B0E8263}" srcId="{0CE72930-0BAA-48B9-BA3C-C75A482113AA}" destId="{08EF0688-7202-4559-B264-15D5B3603E6C}" srcOrd="0" destOrd="0" parTransId="{536FEB50-EE80-4A9F-8C93-D6F13070FC72}" sibTransId="{113A4806-380A-4D78-8E05-90AAC7F026E6}"/>
    <dgm:cxn modelId="{1A358D9D-5377-45B3-8953-1851F21B5158}" type="presOf" srcId="{0CE72930-0BAA-48B9-BA3C-C75A482113AA}" destId="{0E1576A8-5325-4D41-B6CF-2A526B408360}" srcOrd="0" destOrd="0" presId="urn:microsoft.com/office/officeart/2005/8/layout/vList4"/>
    <dgm:cxn modelId="{A026F2A3-B766-41A1-B9A4-74B538D7B86C}" type="presOf" srcId="{B6CFBB1F-EFD4-4B3C-8CFC-A003DC4FEBE7}" destId="{665DAF1C-33F6-4EBD-B90F-018CFE2AC5FF}" srcOrd="0" destOrd="2" presId="urn:microsoft.com/office/officeart/2005/8/layout/vList4"/>
    <dgm:cxn modelId="{72C5CCAF-BB96-4703-850F-5B60991E9C8A}" srcId="{0CE72930-0BAA-48B9-BA3C-C75A482113AA}" destId="{C38A6401-11F1-4004-9C20-2B908B073794}" srcOrd="2" destOrd="0" parTransId="{C3E75145-B40B-431F-81D1-43D0A3F1FD70}" sibTransId="{D87AD072-6A7B-421F-BBEC-C3E806FF4B5E}"/>
    <dgm:cxn modelId="{28AB9EBB-386C-47A7-A265-15E632999CF0}" type="presOf" srcId="{49FA5264-C7A3-4A62-8494-6B45A5C4EC5F}" destId="{E45C10A6-44A6-4693-A1A2-CC8C59EA005F}" srcOrd="1" destOrd="0" presId="urn:microsoft.com/office/officeart/2005/8/layout/vList4"/>
    <dgm:cxn modelId="{459E31BD-901F-4405-964E-5B4C811874B2}" srcId="{0CE72930-0BAA-48B9-BA3C-C75A482113AA}" destId="{49FA5264-C7A3-4A62-8494-6B45A5C4EC5F}" srcOrd="5" destOrd="0" parTransId="{8380EF4D-6103-467C-B955-35009CF5E882}" sibTransId="{CD2C3F02-A5FD-4C28-9B74-4BB5FA77596D}"/>
    <dgm:cxn modelId="{7BD8D6CA-6BA7-4172-AD55-2DD3CC203598}" type="presOf" srcId="{8763E777-C083-4FFD-BF85-153DFA5D3569}" destId="{202DF55B-07B6-485E-BE8B-2E2BF317C8CF}" srcOrd="1" destOrd="0" presId="urn:microsoft.com/office/officeart/2005/8/layout/vList4"/>
    <dgm:cxn modelId="{557115D2-046B-4FFB-8D95-12B210B82F0A}" type="presOf" srcId="{91129405-19D7-4D2C-9E6B-73742BCFC61C}" destId="{665DAF1C-33F6-4EBD-B90F-018CFE2AC5FF}" srcOrd="0" destOrd="1" presId="urn:microsoft.com/office/officeart/2005/8/layout/vList4"/>
    <dgm:cxn modelId="{21C57DEE-F635-43B4-AAE2-A521EE771A4A}" srcId="{08EF0688-7202-4559-B264-15D5B3603E6C}" destId="{91129405-19D7-4D2C-9E6B-73742BCFC61C}" srcOrd="0" destOrd="0" parTransId="{CC69F70D-C7BF-4527-A4B2-7FA4047F8887}" sibTransId="{C0497661-7D2B-49FF-8D10-DFC3D29B43EA}"/>
    <dgm:cxn modelId="{FE3FC1EF-66DB-42FA-99B9-9C3A96C780C9}" type="presOf" srcId="{C38A6401-11F1-4004-9C20-2B908B073794}" destId="{29BDCF9E-22CA-44E9-8BA0-0B60E2113215}" srcOrd="1" destOrd="0" presId="urn:microsoft.com/office/officeart/2005/8/layout/vList4"/>
    <dgm:cxn modelId="{E96897F6-C3D0-4008-9283-FF98F32CAD9A}" type="presOf" srcId="{49FA5264-C7A3-4A62-8494-6B45A5C4EC5F}" destId="{93E1159F-AD78-425F-ADC4-275D5D303C12}" srcOrd="0" destOrd="0" presId="urn:microsoft.com/office/officeart/2005/8/layout/vList4"/>
    <dgm:cxn modelId="{6AD98CFD-CEA6-46A1-89E2-764CF008210B}" type="presOf" srcId="{8763E777-C083-4FFD-BF85-153DFA5D3569}" destId="{F8A5AA5F-720F-46D5-B07B-B11A91E92AE9}" srcOrd="0" destOrd="0" presId="urn:microsoft.com/office/officeart/2005/8/layout/vList4"/>
    <dgm:cxn modelId="{2702D85A-E1A6-4352-A158-A1196C5BBB6D}" type="presParOf" srcId="{0E1576A8-5325-4D41-B6CF-2A526B408360}" destId="{F91DEA72-B05D-4905-9D8E-A00F7326895D}" srcOrd="0" destOrd="0" presId="urn:microsoft.com/office/officeart/2005/8/layout/vList4"/>
    <dgm:cxn modelId="{4932D834-CD6D-45BD-B9BA-6B5AB5F7A4F6}" type="presParOf" srcId="{F91DEA72-B05D-4905-9D8E-A00F7326895D}" destId="{665DAF1C-33F6-4EBD-B90F-018CFE2AC5FF}" srcOrd="0" destOrd="0" presId="urn:microsoft.com/office/officeart/2005/8/layout/vList4"/>
    <dgm:cxn modelId="{B9856A1A-4F28-419D-94A1-42E6E1D3A945}" type="presParOf" srcId="{F91DEA72-B05D-4905-9D8E-A00F7326895D}" destId="{F71AD0D4-AFD3-4A52-84D7-A058087E311A}" srcOrd="1" destOrd="0" presId="urn:microsoft.com/office/officeart/2005/8/layout/vList4"/>
    <dgm:cxn modelId="{17CCD3E0-0D8E-4CDB-85D2-AA6BCDB7D610}" type="presParOf" srcId="{F91DEA72-B05D-4905-9D8E-A00F7326895D}" destId="{4B09AE3D-84E5-4292-BA07-7784D033293C}" srcOrd="2" destOrd="0" presId="urn:microsoft.com/office/officeart/2005/8/layout/vList4"/>
    <dgm:cxn modelId="{420BF6CE-295E-4C06-A32F-91EFD33C65A9}" type="presParOf" srcId="{0E1576A8-5325-4D41-B6CF-2A526B408360}" destId="{CA093F89-249A-4910-AA6A-2E849488D717}" srcOrd="1" destOrd="0" presId="urn:microsoft.com/office/officeart/2005/8/layout/vList4"/>
    <dgm:cxn modelId="{951091B9-495A-4FC3-88FF-5A812629F798}" type="presParOf" srcId="{0E1576A8-5325-4D41-B6CF-2A526B408360}" destId="{06313A5C-B2F9-4DFD-B50D-21CB13F13433}" srcOrd="2" destOrd="0" presId="urn:microsoft.com/office/officeart/2005/8/layout/vList4"/>
    <dgm:cxn modelId="{0943F0F5-2299-49D9-9EB7-91269F834B93}" type="presParOf" srcId="{06313A5C-B2F9-4DFD-B50D-21CB13F13433}" destId="{445168ED-0DB7-4070-A1E8-4A9FB9682BF0}" srcOrd="0" destOrd="0" presId="urn:microsoft.com/office/officeart/2005/8/layout/vList4"/>
    <dgm:cxn modelId="{CB477238-63AB-4C23-9D58-C2E7BDD147F1}" type="presParOf" srcId="{06313A5C-B2F9-4DFD-B50D-21CB13F13433}" destId="{C5A7E090-91DF-40E0-911F-F7A5FDF05A57}" srcOrd="1" destOrd="0" presId="urn:microsoft.com/office/officeart/2005/8/layout/vList4"/>
    <dgm:cxn modelId="{36461625-8817-412B-A787-51F62D9D4D71}" type="presParOf" srcId="{06313A5C-B2F9-4DFD-B50D-21CB13F13433}" destId="{C13A18AF-868F-459D-85B0-725FBBF8D1E6}" srcOrd="2" destOrd="0" presId="urn:microsoft.com/office/officeart/2005/8/layout/vList4"/>
    <dgm:cxn modelId="{4E0F64F0-B858-497E-AE6D-592468736E8D}" type="presParOf" srcId="{0E1576A8-5325-4D41-B6CF-2A526B408360}" destId="{14AD2640-3547-43CA-8794-28E88A3B1EE6}" srcOrd="3" destOrd="0" presId="urn:microsoft.com/office/officeart/2005/8/layout/vList4"/>
    <dgm:cxn modelId="{FC19DA74-B02C-4875-9C26-5B4D3D8CCB2F}" type="presParOf" srcId="{0E1576A8-5325-4D41-B6CF-2A526B408360}" destId="{61173055-5F8A-465D-A00A-DBE168AAA5A8}" srcOrd="4" destOrd="0" presId="urn:microsoft.com/office/officeart/2005/8/layout/vList4"/>
    <dgm:cxn modelId="{7DB644FD-67A8-4AA5-8357-F2CC7DFD7343}" type="presParOf" srcId="{61173055-5F8A-465D-A00A-DBE168AAA5A8}" destId="{D92E93DC-D4EA-43E1-8D1E-5FED2E67FB6B}" srcOrd="0" destOrd="0" presId="urn:microsoft.com/office/officeart/2005/8/layout/vList4"/>
    <dgm:cxn modelId="{392B20DE-7581-4EE9-87A4-9B06FC0B4980}" type="presParOf" srcId="{61173055-5F8A-465D-A00A-DBE168AAA5A8}" destId="{A66BF905-54DD-494C-A6A8-78DD7279DD71}" srcOrd="1" destOrd="0" presId="urn:microsoft.com/office/officeart/2005/8/layout/vList4"/>
    <dgm:cxn modelId="{9124DFFF-A813-47A0-BFC9-452D1215CA26}" type="presParOf" srcId="{61173055-5F8A-465D-A00A-DBE168AAA5A8}" destId="{29BDCF9E-22CA-44E9-8BA0-0B60E2113215}" srcOrd="2" destOrd="0" presId="urn:microsoft.com/office/officeart/2005/8/layout/vList4"/>
    <dgm:cxn modelId="{EF57E456-9C78-47C7-AA4D-9A9D1D4B2048}" type="presParOf" srcId="{0E1576A8-5325-4D41-B6CF-2A526B408360}" destId="{A78C8167-2572-4EA4-9A8F-C50EA50DFF4D}" srcOrd="5" destOrd="0" presId="urn:microsoft.com/office/officeart/2005/8/layout/vList4"/>
    <dgm:cxn modelId="{C67DD475-CCFA-4F3C-8DD7-47C180BDB077}" type="presParOf" srcId="{0E1576A8-5325-4D41-B6CF-2A526B408360}" destId="{F1C18815-BA2A-4757-A59B-C93A2D13DE5F}" srcOrd="6" destOrd="0" presId="urn:microsoft.com/office/officeart/2005/8/layout/vList4"/>
    <dgm:cxn modelId="{E4BD336A-A05E-4646-8B1E-D189E8ED518F}" type="presParOf" srcId="{F1C18815-BA2A-4757-A59B-C93A2D13DE5F}" destId="{F8A5AA5F-720F-46D5-B07B-B11A91E92AE9}" srcOrd="0" destOrd="0" presId="urn:microsoft.com/office/officeart/2005/8/layout/vList4"/>
    <dgm:cxn modelId="{CF231DD7-F773-46B3-A02C-9DCBFF9CC476}" type="presParOf" srcId="{F1C18815-BA2A-4757-A59B-C93A2D13DE5F}" destId="{D39AC462-6A28-4C73-8071-D5F6CBA75911}" srcOrd="1" destOrd="0" presId="urn:microsoft.com/office/officeart/2005/8/layout/vList4"/>
    <dgm:cxn modelId="{079971B6-C438-4680-A2DE-00FA6DA40DB6}" type="presParOf" srcId="{F1C18815-BA2A-4757-A59B-C93A2D13DE5F}" destId="{202DF55B-07B6-485E-BE8B-2E2BF317C8CF}" srcOrd="2" destOrd="0" presId="urn:microsoft.com/office/officeart/2005/8/layout/vList4"/>
    <dgm:cxn modelId="{10548DC8-EBD9-4B40-9312-7B262B3C0A54}" type="presParOf" srcId="{0E1576A8-5325-4D41-B6CF-2A526B408360}" destId="{D9A919E7-2F52-4E6F-9D0E-D5B8C1B375E3}" srcOrd="7" destOrd="0" presId="urn:microsoft.com/office/officeart/2005/8/layout/vList4"/>
    <dgm:cxn modelId="{AA1A110E-EB8B-4E69-9507-24B84BF4596E}" type="presParOf" srcId="{0E1576A8-5325-4D41-B6CF-2A526B408360}" destId="{D0D2DA3D-B613-4254-8A77-E46035616871}" srcOrd="8" destOrd="0" presId="urn:microsoft.com/office/officeart/2005/8/layout/vList4"/>
    <dgm:cxn modelId="{BEBDE53C-CBD8-44DC-B173-C31CF2782F5E}" type="presParOf" srcId="{D0D2DA3D-B613-4254-8A77-E46035616871}" destId="{CEF0F296-16C9-4082-AAD8-CD64EA9E539E}" srcOrd="0" destOrd="0" presId="urn:microsoft.com/office/officeart/2005/8/layout/vList4"/>
    <dgm:cxn modelId="{6E78A3DB-6D23-40FD-A9F9-DE2FBFF1C2E9}" type="presParOf" srcId="{D0D2DA3D-B613-4254-8A77-E46035616871}" destId="{DFCF0562-89A0-42D7-8F35-F420018D493F}" srcOrd="1" destOrd="0" presId="urn:microsoft.com/office/officeart/2005/8/layout/vList4"/>
    <dgm:cxn modelId="{182E3A2E-FF0C-4173-A9C3-4FE1B775DF28}" type="presParOf" srcId="{D0D2DA3D-B613-4254-8A77-E46035616871}" destId="{6F414EF0-14F9-44F1-A59D-7773820363B9}" srcOrd="2" destOrd="0" presId="urn:microsoft.com/office/officeart/2005/8/layout/vList4"/>
    <dgm:cxn modelId="{BCB50408-4049-4EE6-8ECC-1DCFE656C633}" type="presParOf" srcId="{0E1576A8-5325-4D41-B6CF-2A526B408360}" destId="{43671FF6-9AEE-4AB8-92F2-CD8D3CBD70DC}" srcOrd="9" destOrd="0" presId="urn:microsoft.com/office/officeart/2005/8/layout/vList4"/>
    <dgm:cxn modelId="{56FE5EA5-3EAA-4077-AE47-058D2AA0D3FA}" type="presParOf" srcId="{0E1576A8-5325-4D41-B6CF-2A526B408360}" destId="{CB2083C6-FA6B-46BF-A648-8D477D58AF2B}" srcOrd="10" destOrd="0" presId="urn:microsoft.com/office/officeart/2005/8/layout/vList4"/>
    <dgm:cxn modelId="{B4093951-DAE5-42E5-92FA-16208D125CC6}" type="presParOf" srcId="{CB2083C6-FA6B-46BF-A648-8D477D58AF2B}" destId="{93E1159F-AD78-425F-ADC4-275D5D303C12}" srcOrd="0" destOrd="0" presId="urn:microsoft.com/office/officeart/2005/8/layout/vList4"/>
    <dgm:cxn modelId="{3F813F9B-2263-436E-9B65-B41D3562AE62}" type="presParOf" srcId="{CB2083C6-FA6B-46BF-A648-8D477D58AF2B}" destId="{0459E449-BA91-415B-9371-0CBCC95D40C1}" srcOrd="1" destOrd="0" presId="urn:microsoft.com/office/officeart/2005/8/layout/vList4"/>
    <dgm:cxn modelId="{0BCB8219-7C37-4A60-B80C-DEDEBF09E020}" type="presParOf" srcId="{CB2083C6-FA6B-46BF-A648-8D477D58AF2B}" destId="{E45C10A6-44A6-4693-A1A2-CC8C59EA005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1E25ACAC-F472-4683-9D93-A9C84E2D3383}" type="doc">
      <dgm:prSet loTypeId="urn:microsoft.com/office/officeart/2009/3/layout/StepUp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3604EF-4C81-436F-A110-C2D8CF873DD6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8FDBF99-64DB-4B50-84AA-9C278B364F0C}" type="par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A198B5A-4BBE-4482-A767-64E58E57333F}" type="sib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8DE07D1-5530-4B79-89D3-DFA202C3C328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C6BB605-2200-4881-9BD4-77CCBA513FBC}" type="par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D47584B-0491-45C1-97AB-BF206B5F78A8}" type="sib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7AD4B247-CE63-49EC-84BB-1201BDB8B43D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668695E-D829-471C-AC10-661946DDC740}" type="par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BF2C316-29B6-4C46-BDAA-AFB2E55EB5AF}" type="sib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F2273D0-51C7-46B6-84E5-287A1AF69FB5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1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b="1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C36DC3-A6D4-40F5-920C-8031DA7A21B4}" type="par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045532E-537A-4AA2-9896-8362A964D0C7}" type="sib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EE5724D-F9BF-4FCB-A0FA-B94D87A5EF35}">
      <dgm:prSet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1D1AC5C-38B6-4132-A117-D847E8FE0DFE}" type="par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365ABA2-9B79-4149-BE2F-73D735F3A4C7}" type="sib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DC8559C4-587C-4BB8-A872-78AE3DB83960}" type="pres">
      <dgm:prSet presAssocID="{1E25ACAC-F472-4683-9D93-A9C84E2D3383}" presName="rootnode" presStyleCnt="0">
        <dgm:presLayoutVars>
          <dgm:chMax/>
          <dgm:chPref/>
          <dgm:dir/>
          <dgm:animLvl val="lvl"/>
        </dgm:presLayoutVars>
      </dgm:prSet>
      <dgm:spPr/>
    </dgm:pt>
    <dgm:pt modelId="{3B0E19FC-E3C0-4138-9A48-BC0D2424E1E4}" type="pres">
      <dgm:prSet presAssocID="{AD3604EF-4C81-436F-A110-C2D8CF873DD6}" presName="composite" presStyleCnt="0"/>
      <dgm:spPr/>
    </dgm:pt>
    <dgm:pt modelId="{C812CB3C-0340-43CF-A198-8CED48458631}" type="pres">
      <dgm:prSet presAssocID="{AD3604EF-4C81-436F-A110-C2D8CF873DD6}" presName="LShape" presStyleLbl="alignNode1" presStyleIdx="0" presStyleCnt="9"/>
      <dgm:spPr>
        <a:solidFill>
          <a:srgbClr val="7A364B"/>
        </a:solidFill>
        <a:ln>
          <a:noFill/>
        </a:ln>
      </dgm:spPr>
    </dgm:pt>
    <dgm:pt modelId="{B8B1D505-CF74-4719-ACF9-459B767E3307}" type="pres">
      <dgm:prSet presAssocID="{AD3604EF-4C81-436F-A110-C2D8CF873DD6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8CB1DA42-4248-472D-A039-1A258F25934A}" type="pres">
      <dgm:prSet presAssocID="{AD3604EF-4C81-436F-A110-C2D8CF873DD6}" presName="Triangle" presStyleLbl="alignNode1" presStyleIdx="1" presStyleCnt="9"/>
      <dgm:spPr>
        <a:solidFill>
          <a:srgbClr val="374183"/>
        </a:solidFill>
      </dgm:spPr>
    </dgm:pt>
    <dgm:pt modelId="{A9457D96-B755-4312-B27A-14F92B2492B9}" type="pres">
      <dgm:prSet presAssocID="{4A198B5A-4BBE-4482-A767-64E58E57333F}" presName="sibTrans" presStyleCnt="0"/>
      <dgm:spPr/>
    </dgm:pt>
    <dgm:pt modelId="{E5D7204D-EFBE-4570-AA30-56B2B06D3729}" type="pres">
      <dgm:prSet presAssocID="{4A198B5A-4BBE-4482-A767-64E58E57333F}" presName="space" presStyleCnt="0"/>
      <dgm:spPr/>
    </dgm:pt>
    <dgm:pt modelId="{E54F54BD-4AEB-4DFA-B3DC-D928BE0BA9AA}" type="pres">
      <dgm:prSet presAssocID="{B8DE07D1-5530-4B79-89D3-DFA202C3C328}" presName="composite" presStyleCnt="0"/>
      <dgm:spPr/>
    </dgm:pt>
    <dgm:pt modelId="{21B4FA9E-32F9-46C1-9FF7-CBD2CE92CD42}" type="pres">
      <dgm:prSet presAssocID="{B8DE07D1-5530-4B79-89D3-DFA202C3C328}" presName="LShape" presStyleLbl="alignNode1" presStyleIdx="2" presStyleCnt="9"/>
      <dgm:spPr>
        <a:solidFill>
          <a:srgbClr val="7A364B"/>
        </a:solidFill>
        <a:ln>
          <a:noFill/>
        </a:ln>
      </dgm:spPr>
    </dgm:pt>
    <dgm:pt modelId="{6C1F6867-68E1-43FE-B352-330C8C101CC0}" type="pres">
      <dgm:prSet presAssocID="{B8DE07D1-5530-4B79-89D3-DFA202C3C328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10F7C7B-EB4A-4A1C-9855-9724ABA5C69D}" type="pres">
      <dgm:prSet presAssocID="{B8DE07D1-5530-4B79-89D3-DFA202C3C328}" presName="Triangle" presStyleLbl="alignNode1" presStyleIdx="3" presStyleCnt="9"/>
      <dgm:spPr>
        <a:solidFill>
          <a:srgbClr val="374183"/>
        </a:solidFill>
      </dgm:spPr>
    </dgm:pt>
    <dgm:pt modelId="{C6CF9954-EE6F-4016-ABFE-AEFBC3D0FBB6}" type="pres">
      <dgm:prSet presAssocID="{0D47584B-0491-45C1-97AB-BF206B5F78A8}" presName="sibTrans" presStyleCnt="0"/>
      <dgm:spPr/>
    </dgm:pt>
    <dgm:pt modelId="{FA3B2954-05B0-44A2-9C31-6E38DBF051B0}" type="pres">
      <dgm:prSet presAssocID="{0D47584B-0491-45C1-97AB-BF206B5F78A8}" presName="space" presStyleCnt="0"/>
      <dgm:spPr/>
    </dgm:pt>
    <dgm:pt modelId="{8D7622A8-1532-47BD-B6F8-8A1EB7924DD0}" type="pres">
      <dgm:prSet presAssocID="{9F2273D0-51C7-46B6-84E5-287A1AF69FB5}" presName="composite" presStyleCnt="0"/>
      <dgm:spPr/>
    </dgm:pt>
    <dgm:pt modelId="{C8400550-72AC-4E67-B438-B3D39895F942}" type="pres">
      <dgm:prSet presAssocID="{9F2273D0-51C7-46B6-84E5-287A1AF69FB5}" presName="LShape" presStyleLbl="alignNode1" presStyleIdx="4" presStyleCnt="9"/>
      <dgm:spPr>
        <a:solidFill>
          <a:srgbClr val="7A364B"/>
        </a:solidFill>
        <a:ln>
          <a:noFill/>
        </a:ln>
      </dgm:spPr>
    </dgm:pt>
    <dgm:pt modelId="{83159A42-36AD-480F-8CB9-15DDDF45A5B9}" type="pres">
      <dgm:prSet presAssocID="{9F2273D0-51C7-46B6-84E5-287A1AF69FB5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2AA2FE6-FBE5-4BCF-A215-9F4E63E2F49B}" type="pres">
      <dgm:prSet presAssocID="{9F2273D0-51C7-46B6-84E5-287A1AF69FB5}" presName="Triangle" presStyleLbl="alignNode1" presStyleIdx="5" presStyleCnt="9"/>
      <dgm:spPr>
        <a:solidFill>
          <a:srgbClr val="374183"/>
        </a:solidFill>
      </dgm:spPr>
    </dgm:pt>
    <dgm:pt modelId="{19B74EE6-E2C3-47FB-A4EC-B0703AF9552A}" type="pres">
      <dgm:prSet presAssocID="{3045532E-537A-4AA2-9896-8362A964D0C7}" presName="sibTrans" presStyleCnt="0"/>
      <dgm:spPr/>
    </dgm:pt>
    <dgm:pt modelId="{5812B38B-7435-4B46-9764-558D93BDC873}" type="pres">
      <dgm:prSet presAssocID="{3045532E-537A-4AA2-9896-8362A964D0C7}" presName="space" presStyleCnt="0"/>
      <dgm:spPr/>
    </dgm:pt>
    <dgm:pt modelId="{BA72CBFE-E8C0-469E-8A4A-2756415740FC}" type="pres">
      <dgm:prSet presAssocID="{CEE5724D-F9BF-4FCB-A0FA-B94D87A5EF35}" presName="composite" presStyleCnt="0"/>
      <dgm:spPr/>
    </dgm:pt>
    <dgm:pt modelId="{27FA66C9-B787-449A-A989-19441E9EAD5B}" type="pres">
      <dgm:prSet presAssocID="{CEE5724D-F9BF-4FCB-A0FA-B94D87A5EF35}" presName="LShape" presStyleLbl="alignNode1" presStyleIdx="6" presStyleCnt="9"/>
      <dgm:spPr>
        <a:solidFill>
          <a:srgbClr val="7A364B"/>
        </a:solidFill>
        <a:ln>
          <a:noFill/>
        </a:ln>
      </dgm:spPr>
    </dgm:pt>
    <dgm:pt modelId="{076F701D-F089-4F60-BC5C-045696C09C60}" type="pres">
      <dgm:prSet presAssocID="{CEE5724D-F9BF-4FCB-A0FA-B94D87A5EF35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50E75A68-B861-4F09-B3F5-58A68E30711B}" type="pres">
      <dgm:prSet presAssocID="{CEE5724D-F9BF-4FCB-A0FA-B94D87A5EF35}" presName="Triangle" presStyleLbl="alignNode1" presStyleIdx="7" presStyleCnt="9"/>
      <dgm:spPr>
        <a:solidFill>
          <a:srgbClr val="374183"/>
        </a:solidFill>
      </dgm:spPr>
    </dgm:pt>
    <dgm:pt modelId="{BE647094-8634-4AED-879E-20757EDEB1CA}" type="pres">
      <dgm:prSet presAssocID="{0365ABA2-9B79-4149-BE2F-73D735F3A4C7}" presName="sibTrans" presStyleCnt="0"/>
      <dgm:spPr/>
    </dgm:pt>
    <dgm:pt modelId="{A40A3248-83B9-4992-A48B-C6AF46EE373E}" type="pres">
      <dgm:prSet presAssocID="{0365ABA2-9B79-4149-BE2F-73D735F3A4C7}" presName="space" presStyleCnt="0"/>
      <dgm:spPr/>
    </dgm:pt>
    <dgm:pt modelId="{7843ABB2-801E-45C4-9DAC-A0E16BF92032}" type="pres">
      <dgm:prSet presAssocID="{7AD4B247-CE63-49EC-84BB-1201BDB8B43D}" presName="composite" presStyleCnt="0"/>
      <dgm:spPr/>
    </dgm:pt>
    <dgm:pt modelId="{193D7A29-E9C8-416A-818F-3B37F0790590}" type="pres">
      <dgm:prSet presAssocID="{7AD4B247-CE63-49EC-84BB-1201BDB8B43D}" presName="LShape" presStyleLbl="alignNode1" presStyleIdx="8" presStyleCnt="9"/>
      <dgm:spPr>
        <a:solidFill>
          <a:srgbClr val="7A364B"/>
        </a:solidFill>
        <a:ln>
          <a:noFill/>
        </a:ln>
      </dgm:spPr>
    </dgm:pt>
    <dgm:pt modelId="{13B05E4F-D54C-4634-A8D4-7CD053159DE0}" type="pres">
      <dgm:prSet presAssocID="{7AD4B247-CE63-49EC-84BB-1201BDB8B43D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928D306-89BF-45A9-9AA8-F464B80A6362}" type="presOf" srcId="{7AD4B247-CE63-49EC-84BB-1201BDB8B43D}" destId="{13B05E4F-D54C-4634-A8D4-7CD053159DE0}" srcOrd="0" destOrd="0" presId="urn:microsoft.com/office/officeart/2009/3/layout/StepUpProcess"/>
    <dgm:cxn modelId="{960B8019-97BF-4FD0-BE73-5A10653393BE}" type="presOf" srcId="{AD3604EF-4C81-436F-A110-C2D8CF873DD6}" destId="{B8B1D505-CF74-4719-ACF9-459B767E3307}" srcOrd="0" destOrd="0" presId="urn:microsoft.com/office/officeart/2009/3/layout/StepUpProcess"/>
    <dgm:cxn modelId="{0E9A381F-A8BF-4479-B035-BE635C31CE99}" srcId="{1E25ACAC-F472-4683-9D93-A9C84E2D3383}" destId="{7AD4B247-CE63-49EC-84BB-1201BDB8B43D}" srcOrd="4" destOrd="0" parTransId="{1668695E-D829-471C-AC10-661946DDC740}" sibTransId="{8BF2C316-29B6-4C46-BDAA-AFB2E55EB5AF}"/>
    <dgm:cxn modelId="{1EBE0121-D9DF-441E-81C6-04C0C4EF972F}" type="presOf" srcId="{9F2273D0-51C7-46B6-84E5-287A1AF69FB5}" destId="{83159A42-36AD-480F-8CB9-15DDDF45A5B9}" srcOrd="0" destOrd="0" presId="urn:microsoft.com/office/officeart/2009/3/layout/StepUpProcess"/>
    <dgm:cxn modelId="{69987B73-139A-4C30-AC55-7CAB83997822}" type="presOf" srcId="{CEE5724D-F9BF-4FCB-A0FA-B94D87A5EF35}" destId="{076F701D-F089-4F60-BC5C-045696C09C60}" srcOrd="0" destOrd="0" presId="urn:microsoft.com/office/officeart/2009/3/layout/StepUpProcess"/>
    <dgm:cxn modelId="{7BC41989-0790-4ACA-BBC4-FC78F132BF66}" srcId="{1E25ACAC-F472-4683-9D93-A9C84E2D3383}" destId="{B8DE07D1-5530-4B79-89D3-DFA202C3C328}" srcOrd="1" destOrd="0" parTransId="{6C6BB605-2200-4881-9BD4-77CCBA513FBC}" sibTransId="{0D47584B-0491-45C1-97AB-BF206B5F78A8}"/>
    <dgm:cxn modelId="{2A372A8E-B68E-4A2C-8F26-8A881C4C34D0}" type="presOf" srcId="{B8DE07D1-5530-4B79-89D3-DFA202C3C328}" destId="{6C1F6867-68E1-43FE-B352-330C8C101CC0}" srcOrd="0" destOrd="0" presId="urn:microsoft.com/office/officeart/2009/3/layout/StepUpProcess"/>
    <dgm:cxn modelId="{7FC6579F-7F90-4F71-B2B3-0E70314E34A5}" srcId="{1E25ACAC-F472-4683-9D93-A9C84E2D3383}" destId="{9F2273D0-51C7-46B6-84E5-287A1AF69FB5}" srcOrd="2" destOrd="0" parTransId="{A4C36DC3-A6D4-40F5-920C-8031DA7A21B4}" sibTransId="{3045532E-537A-4AA2-9896-8362A964D0C7}"/>
    <dgm:cxn modelId="{0F94F7A9-D24B-406E-84FA-BAA215B524A2}" type="presOf" srcId="{1E25ACAC-F472-4683-9D93-A9C84E2D3383}" destId="{DC8559C4-587C-4BB8-A872-78AE3DB83960}" srcOrd="0" destOrd="0" presId="urn:microsoft.com/office/officeart/2009/3/layout/StepUpProcess"/>
    <dgm:cxn modelId="{0AE7D4B3-0D04-4F92-AD49-9F768354A91A}" srcId="{1E25ACAC-F472-4683-9D93-A9C84E2D3383}" destId="{AD3604EF-4C81-436F-A110-C2D8CF873DD6}" srcOrd="0" destOrd="0" parTransId="{68FDBF99-64DB-4B50-84AA-9C278B364F0C}" sibTransId="{4A198B5A-4BBE-4482-A767-64E58E57333F}"/>
    <dgm:cxn modelId="{F676A6CF-4314-4E7E-B7F7-6D6B9F793315}" srcId="{1E25ACAC-F472-4683-9D93-A9C84E2D3383}" destId="{CEE5724D-F9BF-4FCB-A0FA-B94D87A5EF35}" srcOrd="3" destOrd="0" parTransId="{F1D1AC5C-38B6-4132-A117-D847E8FE0DFE}" sibTransId="{0365ABA2-9B79-4149-BE2F-73D735F3A4C7}"/>
    <dgm:cxn modelId="{9B214C9A-DDD3-48E3-BCF1-9ECEB19F3ABB}" type="presParOf" srcId="{DC8559C4-587C-4BB8-A872-78AE3DB83960}" destId="{3B0E19FC-E3C0-4138-9A48-BC0D2424E1E4}" srcOrd="0" destOrd="0" presId="urn:microsoft.com/office/officeart/2009/3/layout/StepUpProcess"/>
    <dgm:cxn modelId="{8364BC68-83EE-4876-99C0-BB47052A94E4}" type="presParOf" srcId="{3B0E19FC-E3C0-4138-9A48-BC0D2424E1E4}" destId="{C812CB3C-0340-43CF-A198-8CED48458631}" srcOrd="0" destOrd="0" presId="urn:microsoft.com/office/officeart/2009/3/layout/StepUpProcess"/>
    <dgm:cxn modelId="{1DFD21EA-6D00-4163-857E-169AF618E601}" type="presParOf" srcId="{3B0E19FC-E3C0-4138-9A48-BC0D2424E1E4}" destId="{B8B1D505-CF74-4719-ACF9-459B767E3307}" srcOrd="1" destOrd="0" presId="urn:microsoft.com/office/officeart/2009/3/layout/StepUpProcess"/>
    <dgm:cxn modelId="{9D37E578-7E23-4CFA-B736-941088BB07DC}" type="presParOf" srcId="{3B0E19FC-E3C0-4138-9A48-BC0D2424E1E4}" destId="{8CB1DA42-4248-472D-A039-1A258F25934A}" srcOrd="2" destOrd="0" presId="urn:microsoft.com/office/officeart/2009/3/layout/StepUpProcess"/>
    <dgm:cxn modelId="{A340DC0C-82CE-4998-B260-D3620DE61BE2}" type="presParOf" srcId="{DC8559C4-587C-4BB8-A872-78AE3DB83960}" destId="{A9457D96-B755-4312-B27A-14F92B2492B9}" srcOrd="1" destOrd="0" presId="urn:microsoft.com/office/officeart/2009/3/layout/StepUpProcess"/>
    <dgm:cxn modelId="{87869829-1CB7-4C96-AC7D-26E77B2AD0D7}" type="presParOf" srcId="{A9457D96-B755-4312-B27A-14F92B2492B9}" destId="{E5D7204D-EFBE-4570-AA30-56B2B06D3729}" srcOrd="0" destOrd="0" presId="urn:microsoft.com/office/officeart/2009/3/layout/StepUpProcess"/>
    <dgm:cxn modelId="{331702AF-0848-4F95-B315-BFF777CF7E2C}" type="presParOf" srcId="{DC8559C4-587C-4BB8-A872-78AE3DB83960}" destId="{E54F54BD-4AEB-4DFA-B3DC-D928BE0BA9AA}" srcOrd="2" destOrd="0" presId="urn:microsoft.com/office/officeart/2009/3/layout/StepUpProcess"/>
    <dgm:cxn modelId="{DDA697BB-3197-44E8-87D3-845305F9F4A9}" type="presParOf" srcId="{E54F54BD-4AEB-4DFA-B3DC-D928BE0BA9AA}" destId="{21B4FA9E-32F9-46C1-9FF7-CBD2CE92CD42}" srcOrd="0" destOrd="0" presId="urn:microsoft.com/office/officeart/2009/3/layout/StepUpProcess"/>
    <dgm:cxn modelId="{712CA0F1-6501-4E7D-BF36-7D81A3F4CF00}" type="presParOf" srcId="{E54F54BD-4AEB-4DFA-B3DC-D928BE0BA9AA}" destId="{6C1F6867-68E1-43FE-B352-330C8C101CC0}" srcOrd="1" destOrd="0" presId="urn:microsoft.com/office/officeart/2009/3/layout/StepUpProcess"/>
    <dgm:cxn modelId="{A8013C13-5021-4643-9F09-D26D5C8E217D}" type="presParOf" srcId="{E54F54BD-4AEB-4DFA-B3DC-D928BE0BA9AA}" destId="{510F7C7B-EB4A-4A1C-9855-9724ABA5C69D}" srcOrd="2" destOrd="0" presId="urn:microsoft.com/office/officeart/2009/3/layout/StepUpProcess"/>
    <dgm:cxn modelId="{EB3BFA7A-DCD4-422E-AB3D-E0C4C18ED273}" type="presParOf" srcId="{DC8559C4-587C-4BB8-A872-78AE3DB83960}" destId="{C6CF9954-EE6F-4016-ABFE-AEFBC3D0FBB6}" srcOrd="3" destOrd="0" presId="urn:microsoft.com/office/officeart/2009/3/layout/StepUpProcess"/>
    <dgm:cxn modelId="{BC74CA1D-DF1C-493B-9023-F2837BA0BD3E}" type="presParOf" srcId="{C6CF9954-EE6F-4016-ABFE-AEFBC3D0FBB6}" destId="{FA3B2954-05B0-44A2-9C31-6E38DBF051B0}" srcOrd="0" destOrd="0" presId="urn:microsoft.com/office/officeart/2009/3/layout/StepUpProcess"/>
    <dgm:cxn modelId="{7B5DC4BA-ACCD-476F-8C78-B0F4338C66C4}" type="presParOf" srcId="{DC8559C4-587C-4BB8-A872-78AE3DB83960}" destId="{8D7622A8-1532-47BD-B6F8-8A1EB7924DD0}" srcOrd="4" destOrd="0" presId="urn:microsoft.com/office/officeart/2009/3/layout/StepUpProcess"/>
    <dgm:cxn modelId="{59F56EE4-C408-4C29-A8B3-71D81C9A5E94}" type="presParOf" srcId="{8D7622A8-1532-47BD-B6F8-8A1EB7924DD0}" destId="{C8400550-72AC-4E67-B438-B3D39895F942}" srcOrd="0" destOrd="0" presId="urn:microsoft.com/office/officeart/2009/3/layout/StepUpProcess"/>
    <dgm:cxn modelId="{267000DA-6CCE-4B3B-9DAE-3E14E2792745}" type="presParOf" srcId="{8D7622A8-1532-47BD-B6F8-8A1EB7924DD0}" destId="{83159A42-36AD-480F-8CB9-15DDDF45A5B9}" srcOrd="1" destOrd="0" presId="urn:microsoft.com/office/officeart/2009/3/layout/StepUpProcess"/>
    <dgm:cxn modelId="{F769EABB-0FD2-4A06-9BBC-14A2FE874865}" type="presParOf" srcId="{8D7622A8-1532-47BD-B6F8-8A1EB7924DD0}" destId="{42AA2FE6-FBE5-4BCF-A215-9F4E63E2F49B}" srcOrd="2" destOrd="0" presId="urn:microsoft.com/office/officeart/2009/3/layout/StepUpProcess"/>
    <dgm:cxn modelId="{85997141-ED07-4C4D-8354-6B9D2B2A9D39}" type="presParOf" srcId="{DC8559C4-587C-4BB8-A872-78AE3DB83960}" destId="{19B74EE6-E2C3-47FB-A4EC-B0703AF9552A}" srcOrd="5" destOrd="0" presId="urn:microsoft.com/office/officeart/2009/3/layout/StepUpProcess"/>
    <dgm:cxn modelId="{68DCE648-03C7-471E-B0DE-7509D16476C2}" type="presParOf" srcId="{19B74EE6-E2C3-47FB-A4EC-B0703AF9552A}" destId="{5812B38B-7435-4B46-9764-558D93BDC873}" srcOrd="0" destOrd="0" presId="urn:microsoft.com/office/officeart/2009/3/layout/StepUpProcess"/>
    <dgm:cxn modelId="{FB5732F1-9E90-4804-AFFB-F818AB7A658E}" type="presParOf" srcId="{DC8559C4-587C-4BB8-A872-78AE3DB83960}" destId="{BA72CBFE-E8C0-469E-8A4A-2756415740FC}" srcOrd="6" destOrd="0" presId="urn:microsoft.com/office/officeart/2009/3/layout/StepUpProcess"/>
    <dgm:cxn modelId="{D25E0994-87F8-467D-A91B-C61197015B82}" type="presParOf" srcId="{BA72CBFE-E8C0-469E-8A4A-2756415740FC}" destId="{27FA66C9-B787-449A-A989-19441E9EAD5B}" srcOrd="0" destOrd="0" presId="urn:microsoft.com/office/officeart/2009/3/layout/StepUpProcess"/>
    <dgm:cxn modelId="{9C3AA463-63DD-495E-A499-AACA5DF7AFA6}" type="presParOf" srcId="{BA72CBFE-E8C0-469E-8A4A-2756415740FC}" destId="{076F701D-F089-4F60-BC5C-045696C09C60}" srcOrd="1" destOrd="0" presId="urn:microsoft.com/office/officeart/2009/3/layout/StepUpProcess"/>
    <dgm:cxn modelId="{D522716C-B20D-40A6-9F30-2009BCC83BB3}" type="presParOf" srcId="{BA72CBFE-E8C0-469E-8A4A-2756415740FC}" destId="{50E75A68-B861-4F09-B3F5-58A68E30711B}" srcOrd="2" destOrd="0" presId="urn:microsoft.com/office/officeart/2009/3/layout/StepUpProcess"/>
    <dgm:cxn modelId="{A19ED6DE-DD64-48EA-8D7C-DAA84A95AC02}" type="presParOf" srcId="{DC8559C4-587C-4BB8-A872-78AE3DB83960}" destId="{BE647094-8634-4AED-879E-20757EDEB1CA}" srcOrd="7" destOrd="0" presId="urn:microsoft.com/office/officeart/2009/3/layout/StepUpProcess"/>
    <dgm:cxn modelId="{58CE4D47-7E51-4857-B89C-71AF42AAD61E}" type="presParOf" srcId="{BE647094-8634-4AED-879E-20757EDEB1CA}" destId="{A40A3248-83B9-4992-A48B-C6AF46EE373E}" srcOrd="0" destOrd="0" presId="urn:microsoft.com/office/officeart/2009/3/layout/StepUpProcess"/>
    <dgm:cxn modelId="{D23B370C-2BE5-48A3-B8A9-E163704C6A15}" type="presParOf" srcId="{DC8559C4-587C-4BB8-A872-78AE3DB83960}" destId="{7843ABB2-801E-45C4-9DAC-A0E16BF92032}" srcOrd="8" destOrd="0" presId="urn:microsoft.com/office/officeart/2009/3/layout/StepUpProcess"/>
    <dgm:cxn modelId="{8C918004-411D-4B7A-9FD1-C931B5888E81}" type="presParOf" srcId="{7843ABB2-801E-45C4-9DAC-A0E16BF92032}" destId="{193D7A29-E9C8-416A-818F-3B37F0790590}" srcOrd="0" destOrd="0" presId="urn:microsoft.com/office/officeart/2009/3/layout/StepUpProcess"/>
    <dgm:cxn modelId="{43A12AA0-4FF9-4E8B-9E65-9DDFA580D753}" type="presParOf" srcId="{7843ABB2-801E-45C4-9DAC-A0E16BF92032}" destId="{13B05E4F-D54C-4634-A8D4-7CD053159DE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5019691-B006-4F2B-8143-D18EA3678E08}" type="doc">
      <dgm:prSet loTypeId="urn:microsoft.com/office/officeart/2009/3/layout/FramedTextPicture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42A7DE-2ABE-4630-885D-40B4DDF8BA02}">
      <dgm:prSet phldrT="[Text]" custT="1"/>
      <dgm:spPr/>
      <dgm:t>
        <a:bodyPr/>
        <a:lstStyle/>
        <a:p>
          <a:pPr rtl="1"/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۷۹٪ مشتریان اعلام کردند تجربه اولشان تعیین‌کننده بازگشت یا عدم بازگشت به برند بوده است.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rtl="1"/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PwC 2023, </a:t>
          </a:r>
        </a:p>
      </dgm:t>
    </dgm:pt>
    <dgm:pt modelId="{3214BB91-13A9-43D4-BB81-3A3F2DC86B9B}" type="parTrans" cxnId="{F20A4D64-8453-41BF-B1CA-C8CF347E3FAC}">
      <dgm:prSet/>
      <dgm:spPr/>
      <dgm:t>
        <a:bodyPr/>
        <a:lstStyle/>
        <a:p>
          <a:endParaRPr lang="en-US"/>
        </a:p>
      </dgm:t>
    </dgm:pt>
    <dgm:pt modelId="{F2CDC7D7-6AA9-487C-B7C6-9DB31D8ADD9F}" type="sibTrans" cxnId="{F20A4D64-8453-41BF-B1CA-C8CF347E3FAC}">
      <dgm:prSet/>
      <dgm:spPr/>
      <dgm:t>
        <a:bodyPr/>
        <a:lstStyle/>
        <a:p>
          <a:endParaRPr lang="en-US"/>
        </a:p>
      </dgm:t>
    </dgm:pt>
    <dgm:pt modelId="{A3117AD7-3F07-4F86-ABE1-CE0186C660FA}" type="pres">
      <dgm:prSet presAssocID="{05019691-B006-4F2B-8143-D18EA3678E08}" presName="Name0" presStyleCnt="0">
        <dgm:presLayoutVars>
          <dgm:chMax/>
          <dgm:chPref/>
          <dgm:dir/>
        </dgm:presLayoutVars>
      </dgm:prSet>
      <dgm:spPr/>
    </dgm:pt>
    <dgm:pt modelId="{8D9CB3EE-99D5-415D-826D-CD050F2916B8}" type="pres">
      <dgm:prSet presAssocID="{8542A7DE-2ABE-4630-885D-40B4DDF8BA02}" presName="composite" presStyleCnt="0">
        <dgm:presLayoutVars>
          <dgm:chMax/>
          <dgm:chPref/>
        </dgm:presLayoutVars>
      </dgm:prSet>
      <dgm:spPr/>
    </dgm:pt>
    <dgm:pt modelId="{C55234E0-EF8C-4E4D-96DD-7FF7BA3D21AC}" type="pres">
      <dgm:prSet presAssocID="{8542A7DE-2ABE-4630-885D-40B4DDF8BA02}" presName="Image" presStyleLbl="bgImgPlace1" presStyleIdx="0" presStyleCnt="1" custScaleX="97634" custScaleY="99932" custLinFactNeighborX="-591" custLinFactNeighborY="194"/>
      <dgm:spPr>
        <a:blipFill dpi="0" rotWithShape="1">
          <a:blip xmlns:r="http://schemas.openxmlformats.org/officeDocument/2006/relationships" r:embed="rId1"/>
          <a:srcRect/>
          <a:stretch>
            <a:fillRect t="3748" b="3748"/>
          </a:stretch>
        </a:blipFill>
      </dgm:spPr>
    </dgm:pt>
    <dgm:pt modelId="{CCF2021B-7703-494A-A006-C90554F9195B}" type="pres">
      <dgm:prSet presAssocID="{8542A7DE-2ABE-4630-885D-40B4DDF8BA02}" presName="Parent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86017D9-5C56-4133-8D89-5670CC19F0A7}" type="pres">
      <dgm:prSet presAssocID="{8542A7DE-2ABE-4630-885D-40B4DDF8BA02}" presName="tlFrame" presStyleLbl="node1" presStyleIdx="0" presStyleCnt="4"/>
      <dgm:spPr/>
    </dgm:pt>
    <dgm:pt modelId="{9039BA9F-65CE-4A91-9886-662A2BA53E47}" type="pres">
      <dgm:prSet presAssocID="{8542A7DE-2ABE-4630-885D-40B4DDF8BA02}" presName="trFrame" presStyleLbl="node1" presStyleIdx="1" presStyleCnt="4"/>
      <dgm:spPr/>
    </dgm:pt>
    <dgm:pt modelId="{7491CE31-F653-4A9E-970F-9CF66832A2C9}" type="pres">
      <dgm:prSet presAssocID="{8542A7DE-2ABE-4630-885D-40B4DDF8BA02}" presName="blFrame" presStyleLbl="node1" presStyleIdx="2" presStyleCnt="4"/>
      <dgm:spPr/>
    </dgm:pt>
    <dgm:pt modelId="{741ED2E7-D777-4FE7-AA5A-30E242E7B445}" type="pres">
      <dgm:prSet presAssocID="{8542A7DE-2ABE-4630-885D-40B4DDF8BA02}" presName="brFrame" presStyleLbl="node1" presStyleIdx="3" presStyleCnt="4"/>
      <dgm:spPr/>
    </dgm:pt>
  </dgm:ptLst>
  <dgm:cxnLst>
    <dgm:cxn modelId="{01F4E20E-ED7A-4716-9AF9-7B22FEAD3D7E}" type="presOf" srcId="{8542A7DE-2ABE-4630-885D-40B4DDF8BA02}" destId="{CCF2021B-7703-494A-A006-C90554F9195B}" srcOrd="0" destOrd="0" presId="urn:microsoft.com/office/officeart/2009/3/layout/FramedTextPicture"/>
    <dgm:cxn modelId="{F20A4D64-8453-41BF-B1CA-C8CF347E3FAC}" srcId="{05019691-B006-4F2B-8143-D18EA3678E08}" destId="{8542A7DE-2ABE-4630-885D-40B4DDF8BA02}" srcOrd="0" destOrd="0" parTransId="{3214BB91-13A9-43D4-BB81-3A3F2DC86B9B}" sibTransId="{F2CDC7D7-6AA9-487C-B7C6-9DB31D8ADD9F}"/>
    <dgm:cxn modelId="{55CAC57A-5B99-44E0-AC51-3BD9879D0507}" type="presOf" srcId="{05019691-B006-4F2B-8143-D18EA3678E08}" destId="{A3117AD7-3F07-4F86-ABE1-CE0186C660FA}" srcOrd="0" destOrd="0" presId="urn:microsoft.com/office/officeart/2009/3/layout/FramedTextPicture"/>
    <dgm:cxn modelId="{9564D703-635C-4B81-A43E-03B9ADECAA5C}" type="presParOf" srcId="{A3117AD7-3F07-4F86-ABE1-CE0186C660FA}" destId="{8D9CB3EE-99D5-415D-826D-CD050F2916B8}" srcOrd="0" destOrd="0" presId="urn:microsoft.com/office/officeart/2009/3/layout/FramedTextPicture"/>
    <dgm:cxn modelId="{F07B7A1C-0922-4DEE-BA83-B65D7BB9D47D}" type="presParOf" srcId="{8D9CB3EE-99D5-415D-826D-CD050F2916B8}" destId="{C55234E0-EF8C-4E4D-96DD-7FF7BA3D21AC}" srcOrd="0" destOrd="0" presId="urn:microsoft.com/office/officeart/2009/3/layout/FramedTextPicture"/>
    <dgm:cxn modelId="{D164480C-CC67-4120-9B03-239DD7FA786A}" type="presParOf" srcId="{8D9CB3EE-99D5-415D-826D-CD050F2916B8}" destId="{CCF2021B-7703-494A-A006-C90554F9195B}" srcOrd="1" destOrd="0" presId="urn:microsoft.com/office/officeart/2009/3/layout/FramedTextPicture"/>
    <dgm:cxn modelId="{3063C454-89D8-448E-B045-A67ADF2CC2AD}" type="presParOf" srcId="{8D9CB3EE-99D5-415D-826D-CD050F2916B8}" destId="{186017D9-5C56-4133-8D89-5670CC19F0A7}" srcOrd="2" destOrd="0" presId="urn:microsoft.com/office/officeart/2009/3/layout/FramedTextPicture"/>
    <dgm:cxn modelId="{E5164E53-8A64-41C1-9DCA-A345C22DBFD2}" type="presParOf" srcId="{8D9CB3EE-99D5-415D-826D-CD050F2916B8}" destId="{9039BA9F-65CE-4A91-9886-662A2BA53E47}" srcOrd="3" destOrd="0" presId="urn:microsoft.com/office/officeart/2009/3/layout/FramedTextPicture"/>
    <dgm:cxn modelId="{0E631710-0D85-4B55-B441-184932C5FD8A}" type="presParOf" srcId="{8D9CB3EE-99D5-415D-826D-CD050F2916B8}" destId="{7491CE31-F653-4A9E-970F-9CF66832A2C9}" srcOrd="4" destOrd="0" presId="urn:microsoft.com/office/officeart/2009/3/layout/FramedTextPicture"/>
    <dgm:cxn modelId="{96AE1B0C-B7D2-42BC-A3D2-2F0C38469F15}" type="presParOf" srcId="{8D9CB3EE-99D5-415D-826D-CD050F2916B8}" destId="{741ED2E7-D777-4FE7-AA5A-30E242E7B445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5DC30C8D-28DB-4846-A8D4-98A8121E5822}" type="doc">
      <dgm:prSet loTypeId="urn:microsoft.com/office/officeart/2005/8/layout/target1" loCatId="relationship" qsTypeId="urn:microsoft.com/office/officeart/2005/8/quickstyle/simple5" qsCatId="simple" csTypeId="urn:microsoft.com/office/officeart/2005/8/colors/colorful3" csCatId="colorful" phldr="1"/>
      <dgm:spPr/>
    </dgm:pt>
    <dgm:pt modelId="{B90679B7-0B72-4130-B22E-9C158A37890D}">
      <dgm:prSet phldrT="[Text]" custT="1"/>
      <dgm:spPr/>
      <dgm:t>
        <a:bodyPr/>
        <a:lstStyle/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جلب </a:t>
          </a:r>
          <a:r>
            <a:rPr lang="fa-IR" sz="2000" b="1" u="none" dirty="0">
              <a:solidFill>
                <a:srgbClr val="002060"/>
              </a:solidFill>
              <a:cs typeface="B Mitra" panose="00000400000000000000" pitchFamily="2" charset="-78"/>
            </a:rPr>
            <a:t>رضایت</a:t>
          </a:r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 واقعی </a:t>
          </a:r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مشتری / ارایه</a:t>
          </a:r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 تجربه ای متفاوت</a:t>
          </a:r>
          <a:endParaRPr lang="en-US" sz="2000" b="1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B8A5115E-158D-4D14-841E-DE6F7EDF4D64}" type="par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B4E384CB-C0EB-4F23-9C99-3B84838C19AE}" type="sib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855CD166-361D-428C-84AD-DB42744357EF}">
      <dgm:prSet phldrT="[Text]" custT="1"/>
      <dgm:spPr/>
      <dgm:t>
        <a:bodyPr/>
        <a:lstStyle/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نشان دادن حرفه ای بودن (خدمات ما / ارتباط ما)</a:t>
          </a:r>
        </a:p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هر جزییاتی از رفتار ما بخشی از بازاریابیه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12321B39-1EBB-483F-B3B8-DAE453052BB6}" type="par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04FD8D98-4107-4467-9D7D-4A5447F412C1}" type="sib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5944D229-3660-42D9-BB2E-0AADF2DEC52B}">
      <dgm:prSet phldrT="[Text]" custT="1"/>
      <dgm:spPr/>
      <dgm:t>
        <a:bodyPr/>
        <a:lstStyle/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اولین برخورد ما </a:t>
          </a:r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تاثیرگذارترین</a:t>
          </a:r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 برخورد</a:t>
          </a:r>
        </a:p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(از پاسخگویی آیفون تا پایان یه فروش درست)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2FD930BC-5BCD-472F-865C-F239A6D54439}" type="sib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BAE04A61-6C21-4EA9-BDFC-C7ED3FB89D97}" type="par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996B6B7F-25ED-4F18-B496-3A73CFD1A1A7}" type="pres">
      <dgm:prSet presAssocID="{5DC30C8D-28DB-4846-A8D4-98A8121E5822}" presName="composite" presStyleCnt="0">
        <dgm:presLayoutVars>
          <dgm:chMax val="5"/>
          <dgm:dir/>
          <dgm:resizeHandles val="exact"/>
        </dgm:presLayoutVars>
      </dgm:prSet>
      <dgm:spPr/>
    </dgm:pt>
    <dgm:pt modelId="{C68C8C48-D983-4BC8-A19B-3F80F39D687D}" type="pres">
      <dgm:prSet presAssocID="{B90679B7-0B72-4130-B22E-9C158A37890D}" presName="circle1" presStyleLbl="lnNode1" presStyleIdx="0" presStyleCnt="3"/>
      <dgm:spPr>
        <a:solidFill>
          <a:srgbClr val="CE90A3"/>
        </a:solidFill>
      </dgm:spPr>
    </dgm:pt>
    <dgm:pt modelId="{AD873684-1935-45C8-9D4C-23F00FC865BB}" type="pres">
      <dgm:prSet presAssocID="{B90679B7-0B72-4130-B22E-9C158A37890D}" presName="text1" presStyleLbl="revTx" presStyleIdx="0" presStyleCnt="3" custScaleX="264727" custLinFactNeighborX="67740">
        <dgm:presLayoutVars>
          <dgm:bulletEnabled val="1"/>
        </dgm:presLayoutVars>
      </dgm:prSet>
      <dgm:spPr/>
    </dgm:pt>
    <dgm:pt modelId="{C767E1C6-70FD-4638-9642-E6D5DDE907AD}" type="pres">
      <dgm:prSet presAssocID="{B90679B7-0B72-4130-B22E-9C158A37890D}" presName="line1" presStyleLbl="callout" presStyleIdx="0" presStyleCnt="6"/>
      <dgm:spPr>
        <a:ln>
          <a:solidFill>
            <a:srgbClr val="000066"/>
          </a:solidFill>
        </a:ln>
      </dgm:spPr>
    </dgm:pt>
    <dgm:pt modelId="{E9D57CD1-55B8-413A-A759-B3572EDC0BB2}" type="pres">
      <dgm:prSet presAssocID="{B90679B7-0B72-4130-B22E-9C158A37890D}" presName="d1" presStyleLbl="callout" presStyleIdx="1" presStyleCnt="6"/>
      <dgm:spPr>
        <a:ln>
          <a:solidFill>
            <a:srgbClr val="000066"/>
          </a:solidFill>
        </a:ln>
      </dgm:spPr>
    </dgm:pt>
    <dgm:pt modelId="{780B81F5-9686-4984-8F74-0886E691C781}" type="pres">
      <dgm:prSet presAssocID="{855CD166-361D-428C-84AD-DB42744357EF}" presName="circle2" presStyleLbl="lnNode1" presStyleIdx="1" presStyleCnt="3"/>
      <dgm:spPr>
        <a:solidFill>
          <a:srgbClr val="C3778F"/>
        </a:solidFill>
      </dgm:spPr>
    </dgm:pt>
    <dgm:pt modelId="{E90E007A-1F60-4F85-A8DA-ABB63F316C9A}" type="pres">
      <dgm:prSet presAssocID="{855CD166-361D-428C-84AD-DB42744357EF}" presName="text2" presStyleLbl="revTx" presStyleIdx="1" presStyleCnt="3" custScaleX="264727" custLinFactNeighborX="67740">
        <dgm:presLayoutVars>
          <dgm:bulletEnabled val="1"/>
        </dgm:presLayoutVars>
      </dgm:prSet>
      <dgm:spPr/>
    </dgm:pt>
    <dgm:pt modelId="{ED0E648C-4C27-4328-AF4F-0CB8761EE87F}" type="pres">
      <dgm:prSet presAssocID="{855CD166-361D-428C-84AD-DB42744357EF}" presName="line2" presStyleLbl="callout" presStyleIdx="2" presStyleCnt="6"/>
      <dgm:spPr>
        <a:ln>
          <a:solidFill>
            <a:srgbClr val="000066"/>
          </a:solidFill>
        </a:ln>
      </dgm:spPr>
    </dgm:pt>
    <dgm:pt modelId="{8BAAD179-AB7A-448A-8556-B6C13BD79211}" type="pres">
      <dgm:prSet presAssocID="{855CD166-361D-428C-84AD-DB42744357EF}" presName="d2" presStyleLbl="callout" presStyleIdx="3" presStyleCnt="6"/>
      <dgm:spPr>
        <a:ln>
          <a:solidFill>
            <a:srgbClr val="000066"/>
          </a:solidFill>
        </a:ln>
      </dgm:spPr>
    </dgm:pt>
    <dgm:pt modelId="{423C01FB-35E4-4ED6-B181-85DCC4428ADA}" type="pres">
      <dgm:prSet presAssocID="{5944D229-3660-42D9-BB2E-0AADF2DEC52B}" presName="circle3" presStyleLbl="lnNode1" presStyleIdx="2" presStyleCnt="3" custLinFactNeighborX="305"/>
      <dgm:spPr>
        <a:solidFill>
          <a:srgbClr val="7A364B"/>
        </a:solidFill>
      </dgm:spPr>
    </dgm:pt>
    <dgm:pt modelId="{840EC126-06C4-4844-A4B9-E3FFDEDB06D6}" type="pres">
      <dgm:prSet presAssocID="{5944D229-3660-42D9-BB2E-0AADF2DEC52B}" presName="text3" presStyleLbl="revTx" presStyleIdx="2" presStyleCnt="3" custScaleX="264727" custLinFactNeighborX="67740">
        <dgm:presLayoutVars>
          <dgm:bulletEnabled val="1"/>
        </dgm:presLayoutVars>
      </dgm:prSet>
      <dgm:spPr/>
    </dgm:pt>
    <dgm:pt modelId="{23FE6E9A-7D93-4BF7-B2C6-9759E08872E2}" type="pres">
      <dgm:prSet presAssocID="{5944D229-3660-42D9-BB2E-0AADF2DEC52B}" presName="line3" presStyleLbl="callout" presStyleIdx="4" presStyleCnt="6"/>
      <dgm:spPr>
        <a:ln>
          <a:solidFill>
            <a:srgbClr val="000066"/>
          </a:solidFill>
        </a:ln>
      </dgm:spPr>
    </dgm:pt>
    <dgm:pt modelId="{59D7B176-2CBA-498B-92B0-6EE401F95DC5}" type="pres">
      <dgm:prSet presAssocID="{5944D229-3660-42D9-BB2E-0AADF2DEC52B}" presName="d3" presStyleLbl="callout" presStyleIdx="5" presStyleCnt="6"/>
      <dgm:spPr>
        <a:ln>
          <a:solidFill>
            <a:srgbClr val="000066"/>
          </a:solidFill>
        </a:ln>
      </dgm:spPr>
    </dgm:pt>
  </dgm:ptLst>
  <dgm:cxnLst>
    <dgm:cxn modelId="{37547D09-A83F-447A-9697-179B62DF0A64}" type="presOf" srcId="{5944D229-3660-42D9-BB2E-0AADF2DEC52B}" destId="{840EC126-06C4-4844-A4B9-E3FFDEDB06D6}" srcOrd="0" destOrd="0" presId="urn:microsoft.com/office/officeart/2005/8/layout/target1"/>
    <dgm:cxn modelId="{CBFA991C-6D25-4BD0-987E-9E1FD1B42983}" srcId="{5DC30C8D-28DB-4846-A8D4-98A8121E5822}" destId="{B90679B7-0B72-4130-B22E-9C158A37890D}" srcOrd="0" destOrd="0" parTransId="{B8A5115E-158D-4D14-841E-DE6F7EDF4D64}" sibTransId="{B4E384CB-C0EB-4F23-9C99-3B84838C19AE}"/>
    <dgm:cxn modelId="{F346EF2A-21B5-4D41-A3F4-6AD366697E42}" srcId="{5DC30C8D-28DB-4846-A8D4-98A8121E5822}" destId="{5944D229-3660-42D9-BB2E-0AADF2DEC52B}" srcOrd="2" destOrd="0" parTransId="{BAE04A61-6C21-4EA9-BDFC-C7ED3FB89D97}" sibTransId="{2FD930BC-5BCD-472F-865C-F239A6D54439}"/>
    <dgm:cxn modelId="{0AB6AB36-45C9-48B9-B157-5C96DF6392E8}" type="presOf" srcId="{B90679B7-0B72-4130-B22E-9C158A37890D}" destId="{AD873684-1935-45C8-9D4C-23F00FC865BB}" srcOrd="0" destOrd="0" presId="urn:microsoft.com/office/officeart/2005/8/layout/target1"/>
    <dgm:cxn modelId="{B1D1DF58-95D9-4101-A40B-3638BEDF7BE6}" type="presOf" srcId="{855CD166-361D-428C-84AD-DB42744357EF}" destId="{E90E007A-1F60-4F85-A8DA-ABB63F316C9A}" srcOrd="0" destOrd="0" presId="urn:microsoft.com/office/officeart/2005/8/layout/target1"/>
    <dgm:cxn modelId="{5093D89B-8B30-4857-8491-F1F46669A4C2}" type="presOf" srcId="{5DC30C8D-28DB-4846-A8D4-98A8121E5822}" destId="{996B6B7F-25ED-4F18-B496-3A73CFD1A1A7}" srcOrd="0" destOrd="0" presId="urn:microsoft.com/office/officeart/2005/8/layout/target1"/>
    <dgm:cxn modelId="{98FDEDE5-3B24-43B5-AD97-DAE28426E35F}" srcId="{5DC30C8D-28DB-4846-A8D4-98A8121E5822}" destId="{855CD166-361D-428C-84AD-DB42744357EF}" srcOrd="1" destOrd="0" parTransId="{12321B39-1EBB-483F-B3B8-DAE453052BB6}" sibTransId="{04FD8D98-4107-4467-9D7D-4A5447F412C1}"/>
    <dgm:cxn modelId="{3FDBEAEE-CD37-42FC-BAE2-E98FBD98679B}" type="presParOf" srcId="{996B6B7F-25ED-4F18-B496-3A73CFD1A1A7}" destId="{C68C8C48-D983-4BC8-A19B-3F80F39D687D}" srcOrd="0" destOrd="0" presId="urn:microsoft.com/office/officeart/2005/8/layout/target1"/>
    <dgm:cxn modelId="{19674FC2-DFE5-4BBF-B09F-5E90D34F7D24}" type="presParOf" srcId="{996B6B7F-25ED-4F18-B496-3A73CFD1A1A7}" destId="{AD873684-1935-45C8-9D4C-23F00FC865BB}" srcOrd="1" destOrd="0" presId="urn:microsoft.com/office/officeart/2005/8/layout/target1"/>
    <dgm:cxn modelId="{38F40124-E226-4793-9AF4-7D692D0B42EB}" type="presParOf" srcId="{996B6B7F-25ED-4F18-B496-3A73CFD1A1A7}" destId="{C767E1C6-70FD-4638-9642-E6D5DDE907AD}" srcOrd="2" destOrd="0" presId="urn:microsoft.com/office/officeart/2005/8/layout/target1"/>
    <dgm:cxn modelId="{1A47C80D-6490-41CB-8C6F-0C8D12A142B1}" type="presParOf" srcId="{996B6B7F-25ED-4F18-B496-3A73CFD1A1A7}" destId="{E9D57CD1-55B8-413A-A759-B3572EDC0BB2}" srcOrd="3" destOrd="0" presId="urn:microsoft.com/office/officeart/2005/8/layout/target1"/>
    <dgm:cxn modelId="{D203DF00-0B07-4E54-8435-60DBB73B1B73}" type="presParOf" srcId="{996B6B7F-25ED-4F18-B496-3A73CFD1A1A7}" destId="{780B81F5-9686-4984-8F74-0886E691C781}" srcOrd="4" destOrd="0" presId="urn:microsoft.com/office/officeart/2005/8/layout/target1"/>
    <dgm:cxn modelId="{5A6EB75C-E919-409B-9190-7E512567FAD5}" type="presParOf" srcId="{996B6B7F-25ED-4F18-B496-3A73CFD1A1A7}" destId="{E90E007A-1F60-4F85-A8DA-ABB63F316C9A}" srcOrd="5" destOrd="0" presId="urn:microsoft.com/office/officeart/2005/8/layout/target1"/>
    <dgm:cxn modelId="{EC5A1B8D-64C0-4ED2-9950-DB0AA1A433FC}" type="presParOf" srcId="{996B6B7F-25ED-4F18-B496-3A73CFD1A1A7}" destId="{ED0E648C-4C27-4328-AF4F-0CB8761EE87F}" srcOrd="6" destOrd="0" presId="urn:microsoft.com/office/officeart/2005/8/layout/target1"/>
    <dgm:cxn modelId="{B15AD2A1-400D-43A8-BBCC-86C0238C0647}" type="presParOf" srcId="{996B6B7F-25ED-4F18-B496-3A73CFD1A1A7}" destId="{8BAAD179-AB7A-448A-8556-B6C13BD79211}" srcOrd="7" destOrd="0" presId="urn:microsoft.com/office/officeart/2005/8/layout/target1"/>
    <dgm:cxn modelId="{90DD139C-26EE-41D8-BB2B-EA47F2FFAA89}" type="presParOf" srcId="{996B6B7F-25ED-4F18-B496-3A73CFD1A1A7}" destId="{423C01FB-35E4-4ED6-B181-85DCC4428ADA}" srcOrd="8" destOrd="0" presId="urn:microsoft.com/office/officeart/2005/8/layout/target1"/>
    <dgm:cxn modelId="{CBFE2B47-DD25-45C9-AF70-81A71BA73783}" type="presParOf" srcId="{996B6B7F-25ED-4F18-B496-3A73CFD1A1A7}" destId="{840EC126-06C4-4844-A4B9-E3FFDEDB06D6}" srcOrd="9" destOrd="0" presId="urn:microsoft.com/office/officeart/2005/8/layout/target1"/>
    <dgm:cxn modelId="{1E2A2994-E2DD-4540-849F-906CB9258C84}" type="presParOf" srcId="{996B6B7F-25ED-4F18-B496-3A73CFD1A1A7}" destId="{23FE6E9A-7D93-4BF7-B2C6-9759E08872E2}" srcOrd="10" destOrd="0" presId="urn:microsoft.com/office/officeart/2005/8/layout/target1"/>
    <dgm:cxn modelId="{5D10E33C-66B2-473F-962D-6B9DC0E17F3A}" type="presParOf" srcId="{996B6B7F-25ED-4F18-B496-3A73CFD1A1A7}" destId="{59D7B176-2CBA-498B-92B0-6EE401F95DC5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BF904027-7CB4-4490-94B1-BBAAB5070924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AF36E-C432-49B9-B9CA-7312C14AA3AC}">
      <dgm:prSet phldrT="[Text]" custT="1"/>
      <dgm:spPr>
        <a:solidFill>
          <a:srgbClr val="C3778F"/>
        </a:solidFill>
      </dgm:spPr>
      <dgm:t>
        <a:bodyPr/>
        <a:lstStyle/>
        <a:p>
          <a:pPr rtl="1"/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نقاط تماس (</a:t>
          </a:r>
          <a:r>
            <a:rPr lang="fa-IR" sz="2000" b="1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اولین تجربه</a:t>
          </a: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C6F6B153-C0DD-4766-80BF-98C91EB94559}" type="par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F357B29-DEA6-4327-9B32-0A094D723ED5}" type="sib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189271-E05C-457D-A055-6FC2A2A0F1EF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وعده برند</a:t>
          </a:r>
        </a:p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آیا اون چیزی بودن که ادعا کرده بودن؟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ACC1060-062C-4C6D-ACF6-4B78A4A660CD}" type="parTrans" cxnId="{2F636093-7521-4D9D-A107-5A2344AF407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BE7A7A2-234D-4BEA-BE3B-C5838D8BAAD6}" type="sibTrans" cxnId="{2F636093-7521-4D9D-A107-5A2344AF4073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53091AE-9215-4952-B563-B598C85A98BE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دریافت خدمات / ایجاد ارتباط حین خدمات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74A865EC-44BF-42AD-9979-F1A567CCC66E}" type="parTrans" cxnId="{3710654D-545B-41B6-BAB4-89423FFD6FB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F311649-A470-4CA3-9DEE-C2CA6F9BC0D3}" type="sibTrans" cxnId="{3710654D-545B-41B6-BAB4-89423FFD6FB5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B2F22FB-E3BE-4880-9B85-C7C5BF292849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برخورد اولیه/ ارزیابی</a:t>
          </a:r>
        </a:p>
        <a:p>
          <a:pPr rtl="1"/>
          <a:r>
            <a:rPr lang="fa-IR" sz="1600" strike="noStrike" spc="0" dirty="0">
              <a:solidFill>
                <a:srgbClr val="000066"/>
              </a:solidFill>
              <a:cs typeface="B Mitra" panose="00000400000000000000" pitchFamily="2" charset="-78"/>
            </a:rPr>
            <a:t>منشی /مدیرداخلی/هدایت/تور و هدایت</a:t>
          </a:r>
          <a:endParaRPr lang="en-US" sz="1600" strike="noStrike" spc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20301F58-8CE8-499F-8D2D-D1522C9D6EC7}" type="parTrans" cxnId="{55328F7A-FF33-4229-841E-4564DDA672C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2EF54F9-85FB-48CC-884D-B5DB933E2226}" type="sibTrans" cxnId="{55328F7A-FF33-4229-841E-4564DDA672CB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480101A-CEF2-4009-A7D8-FD60AE3D3F00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مراجعه به سالن </a:t>
          </a:r>
        </a:p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ساده سازی دسترسی به موقعیت سالن</a:t>
          </a:r>
        </a:p>
      </dgm:t>
    </dgm:pt>
    <dgm:pt modelId="{A7EC6A7F-8ABC-4E2A-B319-9ED7CC972F34}" type="parTrans" cxnId="{7DE09CFD-93D6-48F2-9B6B-778323E7519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E826411-D02B-4909-A9D6-3307E7287DB1}" type="sibTrans" cxnId="{7DE09CFD-93D6-48F2-9B6B-778323E7519F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C4BC59E-7FFE-4620-8237-81D6A6B0CEBC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راهنمایی و هدایت / مشاوره شخصی سازی شده 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665CFB82-35F1-43D3-A02B-D0C576907D65}" type="parTrans" cxnId="{BE76AEAF-4FBF-4BFF-AA00-B0559897C6F9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19A2FB0-1741-4F6A-AE26-BFB698AF39EA}" type="sibTrans" cxnId="{BE76AEAF-4FBF-4BFF-AA00-B0559897C6F9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55A0F54A-8676-4A5C-9B9D-5B05926F3308}">
      <dgm:prSet phldrT="[Text]" custT="1"/>
      <dgm:spPr>
        <a:solidFill>
          <a:srgbClr val="D49CAD"/>
        </a:solidFill>
      </dgm:spPr>
      <dgm:t>
        <a:bodyPr/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بررسی: ظاهر و رفتار پرسنل/دکور/تشریفات/موزیک/ بو/ نظم / نظافت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4EAECC86-FF5F-4BDE-9656-78DDAF57E4FE}" type="parTrans" cxnId="{E33E3FDE-A322-4C58-810C-359CC2D97477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E609FE9-3973-4131-8893-80BDB4EDFBA1}" type="sibTrans" cxnId="{E33E3FDE-A322-4C58-810C-359CC2D97477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1D948FC-7248-4DDB-B58A-5AF263FADA6F}">
      <dgm:prSet phldrT="[Text]" custT="1"/>
      <dgm:spPr>
        <a:solidFill>
          <a:srgbClr val="D49CAD"/>
        </a:solidFill>
      </dgm:spPr>
      <dgm:t>
        <a:bodyPr/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خوش بدرقه / درد کارت کشیدن رو کم کنیم / دادن اولین جایگاه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5F014777-B6E8-4F4C-98E2-E66FA17F70CB}" type="parTrans" cxnId="{52DDCDAF-1B5C-4FD7-B1D2-8291110ED05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sz="1600"/>
        </a:p>
      </dgm:t>
    </dgm:pt>
    <dgm:pt modelId="{523F18C3-8CE8-4C27-A53B-7FC9D16C0D8A}" type="sibTrans" cxnId="{52DDCDAF-1B5C-4FD7-B1D2-8291110ED055}">
      <dgm:prSet/>
      <dgm:spPr/>
      <dgm:t>
        <a:bodyPr/>
        <a:lstStyle/>
        <a:p>
          <a:endParaRPr lang="en-US" sz="1600"/>
        </a:p>
      </dgm:t>
    </dgm:pt>
    <dgm:pt modelId="{63D0F561-3EF1-4A9B-ABAF-4537865D8109}" type="pres">
      <dgm:prSet presAssocID="{BF904027-7CB4-4490-94B1-BBAAB507092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5A538A1-1DCB-452A-9D99-C9AA37AC1F13}" type="pres">
      <dgm:prSet presAssocID="{4ECAF36E-C432-49B9-B9CA-7312C14AA3AC}" presName="centerShape" presStyleLbl="node0" presStyleIdx="0" presStyleCnt="1"/>
      <dgm:spPr/>
    </dgm:pt>
    <dgm:pt modelId="{88BF75C1-5316-4394-9710-DDCA01C961B5}" type="pres">
      <dgm:prSet presAssocID="{5F014777-B6E8-4F4C-98E2-E66FA17F70CB}" presName="parTrans" presStyleLbl="bgSibTrans2D1" presStyleIdx="0" presStyleCnt="7"/>
      <dgm:spPr/>
    </dgm:pt>
    <dgm:pt modelId="{D8A9509F-0BA4-4CD3-B80A-B1E4EE931278}" type="pres">
      <dgm:prSet presAssocID="{A1D948FC-7248-4DDB-B58A-5AF263FADA6F}" presName="node" presStyleLbl="node1" presStyleIdx="0" presStyleCnt="7">
        <dgm:presLayoutVars>
          <dgm:bulletEnabled val="1"/>
        </dgm:presLayoutVars>
      </dgm:prSet>
      <dgm:spPr/>
    </dgm:pt>
    <dgm:pt modelId="{3BB51523-DE57-40BD-9922-91B90AF31793}" type="pres">
      <dgm:prSet presAssocID="{8ACC1060-062C-4C6D-ACF6-4B78A4A660CD}" presName="parTrans" presStyleLbl="bgSibTrans2D1" presStyleIdx="1" presStyleCnt="7"/>
      <dgm:spPr/>
    </dgm:pt>
    <dgm:pt modelId="{7BCD5688-487C-4926-A4F3-AD49D58E18CB}" type="pres">
      <dgm:prSet presAssocID="{A4189271-E05C-457D-A055-6FC2A2A0F1EF}" presName="node" presStyleLbl="node1" presStyleIdx="1" presStyleCnt="7">
        <dgm:presLayoutVars>
          <dgm:bulletEnabled val="1"/>
        </dgm:presLayoutVars>
      </dgm:prSet>
      <dgm:spPr/>
    </dgm:pt>
    <dgm:pt modelId="{2A40A558-9207-4B25-B35A-22C747BE2967}" type="pres">
      <dgm:prSet presAssocID="{74A865EC-44BF-42AD-9979-F1A567CCC66E}" presName="parTrans" presStyleLbl="bgSibTrans2D1" presStyleIdx="2" presStyleCnt="7"/>
      <dgm:spPr/>
    </dgm:pt>
    <dgm:pt modelId="{349FCF7F-8CB4-4FF6-B777-A344F2F2B232}" type="pres">
      <dgm:prSet presAssocID="{953091AE-9215-4952-B563-B598C85A98BE}" presName="node" presStyleLbl="node1" presStyleIdx="2" presStyleCnt="7">
        <dgm:presLayoutVars>
          <dgm:bulletEnabled val="1"/>
        </dgm:presLayoutVars>
      </dgm:prSet>
      <dgm:spPr/>
    </dgm:pt>
    <dgm:pt modelId="{0F0EF329-C0DD-400D-A066-56D1C13E4456}" type="pres">
      <dgm:prSet presAssocID="{665CFB82-35F1-43D3-A02B-D0C576907D65}" presName="parTrans" presStyleLbl="bgSibTrans2D1" presStyleIdx="3" presStyleCnt="7"/>
      <dgm:spPr/>
    </dgm:pt>
    <dgm:pt modelId="{26E056C1-4AB9-4523-BAA2-911997531FD3}" type="pres">
      <dgm:prSet presAssocID="{8C4BC59E-7FFE-4620-8237-81D6A6B0CEBC}" presName="node" presStyleLbl="node1" presStyleIdx="3" presStyleCnt="7">
        <dgm:presLayoutVars>
          <dgm:bulletEnabled val="1"/>
        </dgm:presLayoutVars>
      </dgm:prSet>
      <dgm:spPr/>
    </dgm:pt>
    <dgm:pt modelId="{C4B598AD-FA59-4C92-9CE4-541BE6E0B23E}" type="pres">
      <dgm:prSet presAssocID="{4EAECC86-FF5F-4BDE-9656-78DDAF57E4FE}" presName="parTrans" presStyleLbl="bgSibTrans2D1" presStyleIdx="4" presStyleCnt="7"/>
      <dgm:spPr/>
    </dgm:pt>
    <dgm:pt modelId="{DFF59125-0502-45D4-845A-5CC1CA2A0227}" type="pres">
      <dgm:prSet presAssocID="{55A0F54A-8676-4A5C-9B9D-5B05926F3308}" presName="node" presStyleLbl="node1" presStyleIdx="4" presStyleCnt="7">
        <dgm:presLayoutVars>
          <dgm:bulletEnabled val="1"/>
        </dgm:presLayoutVars>
      </dgm:prSet>
      <dgm:spPr/>
    </dgm:pt>
    <dgm:pt modelId="{0FE26C76-3AC0-4A2A-930C-3A75435BC2E4}" type="pres">
      <dgm:prSet presAssocID="{20301F58-8CE8-499F-8D2D-D1522C9D6EC7}" presName="parTrans" presStyleLbl="bgSibTrans2D1" presStyleIdx="5" presStyleCnt="7"/>
      <dgm:spPr/>
    </dgm:pt>
    <dgm:pt modelId="{4931DC46-82A0-43CF-B106-F172231C6B55}" type="pres">
      <dgm:prSet presAssocID="{CB2F22FB-E3BE-4880-9B85-C7C5BF292849}" presName="node" presStyleLbl="node1" presStyleIdx="5" presStyleCnt="7">
        <dgm:presLayoutVars>
          <dgm:bulletEnabled val="1"/>
        </dgm:presLayoutVars>
      </dgm:prSet>
      <dgm:spPr/>
    </dgm:pt>
    <dgm:pt modelId="{DFB71CC0-9185-425C-A4C1-8DE04CD84356}" type="pres">
      <dgm:prSet presAssocID="{A7EC6A7F-8ABC-4E2A-B319-9ED7CC972F34}" presName="parTrans" presStyleLbl="bgSibTrans2D1" presStyleIdx="6" presStyleCnt="7"/>
      <dgm:spPr/>
    </dgm:pt>
    <dgm:pt modelId="{DAB91C29-933E-4FCC-BD71-CA00925F256B}" type="pres">
      <dgm:prSet presAssocID="{1480101A-CEF2-4009-A7D8-FD60AE3D3F00}" presName="node" presStyleLbl="node1" presStyleIdx="6" presStyleCnt="7">
        <dgm:presLayoutVars>
          <dgm:bulletEnabled val="1"/>
        </dgm:presLayoutVars>
      </dgm:prSet>
      <dgm:spPr/>
    </dgm:pt>
  </dgm:ptLst>
  <dgm:cxnLst>
    <dgm:cxn modelId="{7A673503-3831-4415-8987-D09D2F7BE0F2}" type="presOf" srcId="{8C4BC59E-7FFE-4620-8237-81D6A6B0CEBC}" destId="{26E056C1-4AB9-4523-BAA2-911997531FD3}" srcOrd="0" destOrd="0" presId="urn:microsoft.com/office/officeart/2005/8/layout/radial4"/>
    <dgm:cxn modelId="{EDF78A0E-5E4E-4070-B82D-EBAC8AB24E7C}" type="presOf" srcId="{BF904027-7CB4-4490-94B1-BBAAB5070924}" destId="{63D0F561-3EF1-4A9B-ABAF-4537865D8109}" srcOrd="0" destOrd="0" presId="urn:microsoft.com/office/officeart/2005/8/layout/radial4"/>
    <dgm:cxn modelId="{305EA91E-7F44-4928-8AC5-08E770481F5F}" type="presOf" srcId="{55A0F54A-8676-4A5C-9B9D-5B05926F3308}" destId="{DFF59125-0502-45D4-845A-5CC1CA2A0227}" srcOrd="0" destOrd="0" presId="urn:microsoft.com/office/officeart/2005/8/layout/radial4"/>
    <dgm:cxn modelId="{1E5ACA5C-EC47-4340-A500-AE3F59E5CE17}" type="presOf" srcId="{5F014777-B6E8-4F4C-98E2-E66FA17F70CB}" destId="{88BF75C1-5316-4394-9710-DDCA01C961B5}" srcOrd="0" destOrd="0" presId="urn:microsoft.com/office/officeart/2005/8/layout/radial4"/>
    <dgm:cxn modelId="{8DB48A41-6D0B-4469-8D40-5D3146B9DBB9}" type="presOf" srcId="{CB2F22FB-E3BE-4880-9B85-C7C5BF292849}" destId="{4931DC46-82A0-43CF-B106-F172231C6B55}" srcOrd="0" destOrd="0" presId="urn:microsoft.com/office/officeart/2005/8/layout/radial4"/>
    <dgm:cxn modelId="{D97BFA42-3919-46A9-9256-9BA5727F4A34}" type="presOf" srcId="{A4189271-E05C-457D-A055-6FC2A2A0F1EF}" destId="{7BCD5688-487C-4926-A4F3-AD49D58E18CB}" srcOrd="0" destOrd="0" presId="urn:microsoft.com/office/officeart/2005/8/layout/radial4"/>
    <dgm:cxn modelId="{E2DAC943-5E0C-4C28-A967-95A0C63833B0}" srcId="{BF904027-7CB4-4490-94B1-BBAAB5070924}" destId="{4ECAF36E-C432-49B9-B9CA-7312C14AA3AC}" srcOrd="0" destOrd="0" parTransId="{C6F6B153-C0DD-4766-80BF-98C91EB94559}" sibTransId="{3F357B29-DEA6-4327-9B32-0A094D723ED5}"/>
    <dgm:cxn modelId="{38BC7E6A-9F87-42E8-A07A-A67C0A40E58A}" type="presOf" srcId="{A1D948FC-7248-4DDB-B58A-5AF263FADA6F}" destId="{D8A9509F-0BA4-4CD3-B80A-B1E4EE931278}" srcOrd="0" destOrd="0" presId="urn:microsoft.com/office/officeart/2005/8/layout/radial4"/>
    <dgm:cxn modelId="{3710654D-545B-41B6-BAB4-89423FFD6FB5}" srcId="{4ECAF36E-C432-49B9-B9CA-7312C14AA3AC}" destId="{953091AE-9215-4952-B563-B598C85A98BE}" srcOrd="2" destOrd="0" parTransId="{74A865EC-44BF-42AD-9979-F1A567CCC66E}" sibTransId="{FF311649-A470-4CA3-9DEE-C2CA6F9BC0D3}"/>
    <dgm:cxn modelId="{9F25804D-3FE9-408F-8015-29FF9BC0D8A8}" type="presOf" srcId="{665CFB82-35F1-43D3-A02B-D0C576907D65}" destId="{0F0EF329-C0DD-400D-A066-56D1C13E4456}" srcOrd="0" destOrd="0" presId="urn:microsoft.com/office/officeart/2005/8/layout/radial4"/>
    <dgm:cxn modelId="{55328F7A-FF33-4229-841E-4564DDA672CB}" srcId="{4ECAF36E-C432-49B9-B9CA-7312C14AA3AC}" destId="{CB2F22FB-E3BE-4880-9B85-C7C5BF292849}" srcOrd="5" destOrd="0" parTransId="{20301F58-8CE8-499F-8D2D-D1522C9D6EC7}" sibTransId="{02EF54F9-85FB-48CC-884D-B5DB933E2226}"/>
    <dgm:cxn modelId="{2838F789-8CBB-4C78-89E5-DF4E8A12E3CF}" type="presOf" srcId="{4EAECC86-FF5F-4BDE-9656-78DDAF57E4FE}" destId="{C4B598AD-FA59-4C92-9CE4-541BE6E0B23E}" srcOrd="0" destOrd="0" presId="urn:microsoft.com/office/officeart/2005/8/layout/radial4"/>
    <dgm:cxn modelId="{2F636093-7521-4D9D-A107-5A2344AF4073}" srcId="{4ECAF36E-C432-49B9-B9CA-7312C14AA3AC}" destId="{A4189271-E05C-457D-A055-6FC2A2A0F1EF}" srcOrd="1" destOrd="0" parTransId="{8ACC1060-062C-4C6D-ACF6-4B78A4A660CD}" sibTransId="{4BE7A7A2-234D-4BEA-BE3B-C5838D8BAAD6}"/>
    <dgm:cxn modelId="{D289B394-5D18-4719-B21E-7FB0E696DE6F}" type="presOf" srcId="{1480101A-CEF2-4009-A7D8-FD60AE3D3F00}" destId="{DAB91C29-933E-4FCC-BD71-CA00925F256B}" srcOrd="0" destOrd="0" presId="urn:microsoft.com/office/officeart/2005/8/layout/radial4"/>
    <dgm:cxn modelId="{A3EA519D-B995-46C7-82E4-232DB5AE207F}" type="presOf" srcId="{8ACC1060-062C-4C6D-ACF6-4B78A4A660CD}" destId="{3BB51523-DE57-40BD-9922-91B90AF31793}" srcOrd="0" destOrd="0" presId="urn:microsoft.com/office/officeart/2005/8/layout/radial4"/>
    <dgm:cxn modelId="{BE76AEAF-4FBF-4BFF-AA00-B0559897C6F9}" srcId="{4ECAF36E-C432-49B9-B9CA-7312C14AA3AC}" destId="{8C4BC59E-7FFE-4620-8237-81D6A6B0CEBC}" srcOrd="3" destOrd="0" parTransId="{665CFB82-35F1-43D3-A02B-D0C576907D65}" sibTransId="{C19A2FB0-1741-4F6A-AE26-BFB698AF39EA}"/>
    <dgm:cxn modelId="{52DDCDAF-1B5C-4FD7-B1D2-8291110ED055}" srcId="{4ECAF36E-C432-49B9-B9CA-7312C14AA3AC}" destId="{A1D948FC-7248-4DDB-B58A-5AF263FADA6F}" srcOrd="0" destOrd="0" parTransId="{5F014777-B6E8-4F4C-98E2-E66FA17F70CB}" sibTransId="{523F18C3-8CE8-4C27-A53B-7FC9D16C0D8A}"/>
    <dgm:cxn modelId="{8C121AD5-7547-46B3-93D4-B933E92DF912}" type="presOf" srcId="{20301F58-8CE8-499F-8D2D-D1522C9D6EC7}" destId="{0FE26C76-3AC0-4A2A-930C-3A75435BC2E4}" srcOrd="0" destOrd="0" presId="urn:microsoft.com/office/officeart/2005/8/layout/radial4"/>
    <dgm:cxn modelId="{E06AAFD8-F9EA-4AD2-822C-15A33BCAAA28}" type="presOf" srcId="{953091AE-9215-4952-B563-B598C85A98BE}" destId="{349FCF7F-8CB4-4FF6-B777-A344F2F2B232}" srcOrd="0" destOrd="0" presId="urn:microsoft.com/office/officeart/2005/8/layout/radial4"/>
    <dgm:cxn modelId="{A3F209DA-A0DF-42F7-B02B-B4F738384C29}" type="presOf" srcId="{74A865EC-44BF-42AD-9979-F1A567CCC66E}" destId="{2A40A558-9207-4B25-B35A-22C747BE2967}" srcOrd="0" destOrd="0" presId="urn:microsoft.com/office/officeart/2005/8/layout/radial4"/>
    <dgm:cxn modelId="{E33E3FDE-A322-4C58-810C-359CC2D97477}" srcId="{4ECAF36E-C432-49B9-B9CA-7312C14AA3AC}" destId="{55A0F54A-8676-4A5C-9B9D-5B05926F3308}" srcOrd="4" destOrd="0" parTransId="{4EAECC86-FF5F-4BDE-9656-78DDAF57E4FE}" sibTransId="{0E609FE9-3973-4131-8893-80BDB4EDFBA1}"/>
    <dgm:cxn modelId="{7DEC50F3-4685-44D9-B720-A9BDF20427EA}" type="presOf" srcId="{4ECAF36E-C432-49B9-B9CA-7312C14AA3AC}" destId="{25A538A1-1DCB-452A-9D99-C9AA37AC1F13}" srcOrd="0" destOrd="0" presId="urn:microsoft.com/office/officeart/2005/8/layout/radial4"/>
    <dgm:cxn modelId="{7CA98CFA-FACC-43C2-830D-F1701B5EED47}" type="presOf" srcId="{A7EC6A7F-8ABC-4E2A-B319-9ED7CC972F34}" destId="{DFB71CC0-9185-425C-A4C1-8DE04CD84356}" srcOrd="0" destOrd="0" presId="urn:microsoft.com/office/officeart/2005/8/layout/radial4"/>
    <dgm:cxn modelId="{7DE09CFD-93D6-48F2-9B6B-778323E7519F}" srcId="{4ECAF36E-C432-49B9-B9CA-7312C14AA3AC}" destId="{1480101A-CEF2-4009-A7D8-FD60AE3D3F00}" srcOrd="6" destOrd="0" parTransId="{A7EC6A7F-8ABC-4E2A-B319-9ED7CC972F34}" sibTransId="{4E826411-D02B-4909-A9D6-3307E7287DB1}"/>
    <dgm:cxn modelId="{AE33DEA9-96A4-4234-8362-E2D036E39E86}" type="presParOf" srcId="{63D0F561-3EF1-4A9B-ABAF-4537865D8109}" destId="{25A538A1-1DCB-452A-9D99-C9AA37AC1F13}" srcOrd="0" destOrd="0" presId="urn:microsoft.com/office/officeart/2005/8/layout/radial4"/>
    <dgm:cxn modelId="{23259A1B-0D4A-4ED1-85D0-AFA2B54D71F7}" type="presParOf" srcId="{63D0F561-3EF1-4A9B-ABAF-4537865D8109}" destId="{88BF75C1-5316-4394-9710-DDCA01C961B5}" srcOrd="1" destOrd="0" presId="urn:microsoft.com/office/officeart/2005/8/layout/radial4"/>
    <dgm:cxn modelId="{44E14B35-6C9A-4BCE-9E28-BF6511A2FCB9}" type="presParOf" srcId="{63D0F561-3EF1-4A9B-ABAF-4537865D8109}" destId="{D8A9509F-0BA4-4CD3-B80A-B1E4EE931278}" srcOrd="2" destOrd="0" presId="urn:microsoft.com/office/officeart/2005/8/layout/radial4"/>
    <dgm:cxn modelId="{2E7557FA-43FB-41BB-836A-9D84995D3FA2}" type="presParOf" srcId="{63D0F561-3EF1-4A9B-ABAF-4537865D8109}" destId="{3BB51523-DE57-40BD-9922-91B90AF31793}" srcOrd="3" destOrd="0" presId="urn:microsoft.com/office/officeart/2005/8/layout/radial4"/>
    <dgm:cxn modelId="{9C599DAA-FFA3-459B-8876-CB56FEED002C}" type="presParOf" srcId="{63D0F561-3EF1-4A9B-ABAF-4537865D8109}" destId="{7BCD5688-487C-4926-A4F3-AD49D58E18CB}" srcOrd="4" destOrd="0" presId="urn:microsoft.com/office/officeart/2005/8/layout/radial4"/>
    <dgm:cxn modelId="{EB6A3E76-FA4A-4514-AE7D-EAF1ABC9FBF8}" type="presParOf" srcId="{63D0F561-3EF1-4A9B-ABAF-4537865D8109}" destId="{2A40A558-9207-4B25-B35A-22C747BE2967}" srcOrd="5" destOrd="0" presId="urn:microsoft.com/office/officeart/2005/8/layout/radial4"/>
    <dgm:cxn modelId="{5BCC8143-C070-4636-B1B2-1257B6D2B915}" type="presParOf" srcId="{63D0F561-3EF1-4A9B-ABAF-4537865D8109}" destId="{349FCF7F-8CB4-4FF6-B777-A344F2F2B232}" srcOrd="6" destOrd="0" presId="urn:microsoft.com/office/officeart/2005/8/layout/radial4"/>
    <dgm:cxn modelId="{D39ABD90-5F13-43F7-BB34-F990C1AA8265}" type="presParOf" srcId="{63D0F561-3EF1-4A9B-ABAF-4537865D8109}" destId="{0F0EF329-C0DD-400D-A066-56D1C13E4456}" srcOrd="7" destOrd="0" presId="urn:microsoft.com/office/officeart/2005/8/layout/radial4"/>
    <dgm:cxn modelId="{B9115BB2-5910-4D28-B09F-F3C76C952ADB}" type="presParOf" srcId="{63D0F561-3EF1-4A9B-ABAF-4537865D8109}" destId="{26E056C1-4AB9-4523-BAA2-911997531FD3}" srcOrd="8" destOrd="0" presId="urn:microsoft.com/office/officeart/2005/8/layout/radial4"/>
    <dgm:cxn modelId="{CF26604F-83BE-4248-94B8-1C073211CC60}" type="presParOf" srcId="{63D0F561-3EF1-4A9B-ABAF-4537865D8109}" destId="{C4B598AD-FA59-4C92-9CE4-541BE6E0B23E}" srcOrd="9" destOrd="0" presId="urn:microsoft.com/office/officeart/2005/8/layout/radial4"/>
    <dgm:cxn modelId="{8F093230-CB2C-4590-80C0-E2EED81FDD8D}" type="presParOf" srcId="{63D0F561-3EF1-4A9B-ABAF-4537865D8109}" destId="{DFF59125-0502-45D4-845A-5CC1CA2A0227}" srcOrd="10" destOrd="0" presId="urn:microsoft.com/office/officeart/2005/8/layout/radial4"/>
    <dgm:cxn modelId="{B76361F0-6CB9-47AF-BF73-1F1EC8CC2693}" type="presParOf" srcId="{63D0F561-3EF1-4A9B-ABAF-4537865D8109}" destId="{0FE26C76-3AC0-4A2A-930C-3A75435BC2E4}" srcOrd="11" destOrd="0" presId="urn:microsoft.com/office/officeart/2005/8/layout/radial4"/>
    <dgm:cxn modelId="{3043CB70-4DBD-4CD4-AE9B-D7AE3E2DC20C}" type="presParOf" srcId="{63D0F561-3EF1-4A9B-ABAF-4537865D8109}" destId="{4931DC46-82A0-43CF-B106-F172231C6B55}" srcOrd="12" destOrd="0" presId="urn:microsoft.com/office/officeart/2005/8/layout/radial4"/>
    <dgm:cxn modelId="{5C26AAB9-D00C-4EE8-800B-F580E22589E3}" type="presParOf" srcId="{63D0F561-3EF1-4A9B-ABAF-4537865D8109}" destId="{DFB71CC0-9185-425C-A4C1-8DE04CD84356}" srcOrd="13" destOrd="0" presId="urn:microsoft.com/office/officeart/2005/8/layout/radial4"/>
    <dgm:cxn modelId="{AD843914-10DA-4236-A6D2-F5AF643D0751}" type="presParOf" srcId="{63D0F561-3EF1-4A9B-ABAF-4537865D8109}" destId="{DAB91C29-933E-4FCC-BD71-CA00925F256B}" srcOrd="1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CE72930-0BAA-48B9-BA3C-C75A482113AA}" type="doc">
      <dgm:prSet loTypeId="urn:microsoft.com/office/officeart/2005/8/layout/vList4" loCatId="picture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EF0688-7202-4559-B264-15D5B3603E6C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000" dirty="0">
              <a:solidFill>
                <a:srgbClr val="374183"/>
              </a:solidFill>
              <a:cs typeface="B Mitra" panose="00000400000000000000" pitchFamily="2" charset="-78"/>
            </a:rPr>
            <a:t>آدرس رسمی در نشان</a:t>
          </a:r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536FEB50-EE80-4A9F-8C93-D6F13070FC72}" type="parTrans" cxnId="{AB0F2196-361A-469A-9A11-A9039B0E8263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113A4806-380A-4D78-8E05-90AAC7F026E6}" type="sibTrans" cxnId="{AB0F2196-361A-469A-9A11-A9039B0E8263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6F3E4E2F-67BF-4FC5-8885-AB6C20044DE4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000" dirty="0">
              <a:solidFill>
                <a:srgbClr val="374183"/>
              </a:solidFill>
              <a:cs typeface="B Mitra" panose="00000400000000000000" pitchFamily="2" charset="-78"/>
            </a:rPr>
            <a:t>آدرس رسمی در بلد</a:t>
          </a:r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66FD1AA6-05F2-441D-8C9A-E49C2AA88FCC}" type="parTrans" cxnId="{95E8E955-939F-481D-87B0-8ED9058ABB15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8D04541F-85DE-499B-B8B5-80ADE20F9542}" type="sibTrans" cxnId="{95E8E955-939F-481D-87B0-8ED9058ABB15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8763E777-C083-4FFD-BF85-153DFA5D3569}">
      <dgm:prSet phldrT="[Text]" custT="1"/>
      <dgm:spPr>
        <a:solidFill>
          <a:srgbClr val="CE90A3"/>
        </a:solidFill>
      </dgm:spPr>
      <dgm:t>
        <a:bodyPr/>
        <a:lstStyle/>
        <a:p>
          <a:r>
            <a:rPr lang="en-US" sz="2000" dirty="0">
              <a:solidFill>
                <a:srgbClr val="374183"/>
              </a:solidFill>
              <a:cs typeface="B Mitra" panose="00000400000000000000" pitchFamily="2" charset="-78"/>
              <a:hlinkClick xmlns:r="http://schemas.openxmlformats.org/officeDocument/2006/relationships" r:id="rId1"/>
            </a:rPr>
            <a:t>https://share.google/YUIHvxqy4H0dzWbOl</a:t>
          </a:r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0C1BC294-076D-4CE8-8FAF-2282A4FCA5ED}" type="parTrans" cxnId="{50819420-6A71-44AB-8899-3681E6679DE9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621AD8C5-C3E4-4BC8-89CB-7C6C8BACD269}" type="sibTrans" cxnId="{50819420-6A71-44AB-8899-3681E6679DE9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38A6401-11F1-4004-9C20-2B908B073794}">
      <dgm:prSet phldrT="[Text]" custT="1"/>
      <dgm:spPr>
        <a:solidFill>
          <a:srgbClr val="CE90A3"/>
        </a:solidFill>
      </dgm:spPr>
      <dgm:t>
        <a:bodyPr/>
        <a:lstStyle/>
        <a:p>
          <a:r>
            <a:rPr lang="fa-IR" sz="2000" dirty="0">
              <a:solidFill>
                <a:srgbClr val="374183"/>
              </a:solidFill>
              <a:cs typeface="B Mitra" panose="00000400000000000000" pitchFamily="2" charset="-78"/>
            </a:rPr>
            <a:t>آدرس رسمی در اسنپ</a:t>
          </a:r>
          <a:endParaRPr lang="en-US" sz="2000" dirty="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D87AD072-6A7B-421F-BBEC-C3E806FF4B5E}" type="sibTrans" cxnId="{72C5CCAF-BB96-4703-850F-5B60991E9C8A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C3E75145-B40B-431F-81D1-43D0A3F1FD70}" type="parTrans" cxnId="{72C5CCAF-BB96-4703-850F-5B60991E9C8A}">
      <dgm:prSet/>
      <dgm:spPr/>
      <dgm:t>
        <a:bodyPr/>
        <a:lstStyle/>
        <a:p>
          <a:endParaRPr lang="en-US" sz="2000">
            <a:solidFill>
              <a:srgbClr val="374183"/>
            </a:solidFill>
            <a:cs typeface="B Mitra" panose="00000400000000000000" pitchFamily="2" charset="-78"/>
          </a:endParaRPr>
        </a:p>
      </dgm:t>
    </dgm:pt>
    <dgm:pt modelId="{0E1576A8-5325-4D41-B6CF-2A526B408360}" type="pres">
      <dgm:prSet presAssocID="{0CE72930-0BAA-48B9-BA3C-C75A482113AA}" presName="linear" presStyleCnt="0">
        <dgm:presLayoutVars>
          <dgm:dir/>
          <dgm:resizeHandles val="exact"/>
        </dgm:presLayoutVars>
      </dgm:prSet>
      <dgm:spPr/>
    </dgm:pt>
    <dgm:pt modelId="{F91DEA72-B05D-4905-9D8E-A00F7326895D}" type="pres">
      <dgm:prSet presAssocID="{08EF0688-7202-4559-B264-15D5B3603E6C}" presName="comp" presStyleCnt="0"/>
      <dgm:spPr/>
    </dgm:pt>
    <dgm:pt modelId="{665DAF1C-33F6-4EBD-B90F-018CFE2AC5FF}" type="pres">
      <dgm:prSet presAssocID="{08EF0688-7202-4559-B264-15D5B3603E6C}" presName="box" presStyleLbl="node1" presStyleIdx="0" presStyleCnt="4"/>
      <dgm:spPr/>
    </dgm:pt>
    <dgm:pt modelId="{F71AD0D4-AFD3-4A52-84D7-A058087E311A}" type="pres">
      <dgm:prSet presAssocID="{08EF0688-7202-4559-B264-15D5B3603E6C}" presName="img" presStyleLbl="fgImgPlace1" presStyleIdx="0" presStyleCnt="4"/>
      <dgm:spPr>
        <a:blipFill dpi="0" rotWithShape="1">
          <a:blip xmlns:r="http://schemas.openxmlformats.org/officeDocument/2006/relationships" r:embed="rId2"/>
          <a:srcRect/>
          <a:stretch>
            <a:fillRect l="17074" r="17074"/>
          </a:stretch>
        </a:blipFill>
      </dgm:spPr>
    </dgm:pt>
    <dgm:pt modelId="{4B09AE3D-84E5-4292-BA07-7784D033293C}" type="pres">
      <dgm:prSet presAssocID="{08EF0688-7202-4559-B264-15D5B3603E6C}" presName="text" presStyleLbl="node1" presStyleIdx="0" presStyleCnt="4">
        <dgm:presLayoutVars>
          <dgm:bulletEnabled val="1"/>
        </dgm:presLayoutVars>
      </dgm:prSet>
      <dgm:spPr/>
    </dgm:pt>
    <dgm:pt modelId="{CA093F89-249A-4910-AA6A-2E849488D717}" type="pres">
      <dgm:prSet presAssocID="{113A4806-380A-4D78-8E05-90AAC7F026E6}" presName="spacer" presStyleCnt="0"/>
      <dgm:spPr/>
    </dgm:pt>
    <dgm:pt modelId="{06313A5C-B2F9-4DFD-B50D-21CB13F13433}" type="pres">
      <dgm:prSet presAssocID="{6F3E4E2F-67BF-4FC5-8885-AB6C20044DE4}" presName="comp" presStyleCnt="0"/>
      <dgm:spPr/>
    </dgm:pt>
    <dgm:pt modelId="{445168ED-0DB7-4070-A1E8-4A9FB9682BF0}" type="pres">
      <dgm:prSet presAssocID="{6F3E4E2F-67BF-4FC5-8885-AB6C20044DE4}" presName="box" presStyleLbl="node1" presStyleIdx="1" presStyleCnt="4"/>
      <dgm:spPr/>
    </dgm:pt>
    <dgm:pt modelId="{C5A7E090-91DF-40E0-911F-F7A5FDF05A57}" type="pres">
      <dgm:prSet presAssocID="{6F3E4E2F-67BF-4FC5-8885-AB6C20044DE4}" presName="img" presStyleLbl="fgImgPlace1" presStyleIdx="1" presStyleCnt="4"/>
      <dgm:spPr>
        <a:blipFill dpi="0" rotWithShape="1">
          <a:blip xmlns:r="http://schemas.openxmlformats.org/officeDocument/2006/relationships" r:embed="rId3"/>
          <a:srcRect/>
          <a:stretch>
            <a:fillRect l="19010" r="19010"/>
          </a:stretch>
        </a:blipFill>
      </dgm:spPr>
    </dgm:pt>
    <dgm:pt modelId="{C13A18AF-868F-459D-85B0-725FBBF8D1E6}" type="pres">
      <dgm:prSet presAssocID="{6F3E4E2F-67BF-4FC5-8885-AB6C20044DE4}" presName="text" presStyleLbl="node1" presStyleIdx="1" presStyleCnt="4">
        <dgm:presLayoutVars>
          <dgm:bulletEnabled val="1"/>
        </dgm:presLayoutVars>
      </dgm:prSet>
      <dgm:spPr/>
    </dgm:pt>
    <dgm:pt modelId="{14AD2640-3547-43CA-8794-28E88A3B1EE6}" type="pres">
      <dgm:prSet presAssocID="{8D04541F-85DE-499B-B8B5-80ADE20F9542}" presName="spacer" presStyleCnt="0"/>
      <dgm:spPr/>
    </dgm:pt>
    <dgm:pt modelId="{61173055-5F8A-465D-A00A-DBE168AAA5A8}" type="pres">
      <dgm:prSet presAssocID="{C38A6401-11F1-4004-9C20-2B908B073794}" presName="comp" presStyleCnt="0"/>
      <dgm:spPr/>
    </dgm:pt>
    <dgm:pt modelId="{D92E93DC-D4EA-43E1-8D1E-5FED2E67FB6B}" type="pres">
      <dgm:prSet presAssocID="{C38A6401-11F1-4004-9C20-2B908B073794}" presName="box" presStyleLbl="node1" presStyleIdx="2" presStyleCnt="4"/>
      <dgm:spPr/>
    </dgm:pt>
    <dgm:pt modelId="{A66BF905-54DD-494C-A6A8-78DD7279DD71}" type="pres">
      <dgm:prSet presAssocID="{C38A6401-11F1-4004-9C20-2B908B073794}" presName="img" presStyleLbl="fgImgPlace1" presStyleIdx="2" presStyleCnt="4"/>
      <dgm:spPr>
        <a:blipFill dpi="0" rotWithShape="1">
          <a:blip xmlns:r="http://schemas.openxmlformats.org/officeDocument/2006/relationships" r:embed="rId4"/>
          <a:srcRect/>
          <a:stretch>
            <a:fillRect t="1857" b="1857"/>
          </a:stretch>
        </a:blipFill>
      </dgm:spPr>
    </dgm:pt>
    <dgm:pt modelId="{29BDCF9E-22CA-44E9-8BA0-0B60E2113215}" type="pres">
      <dgm:prSet presAssocID="{C38A6401-11F1-4004-9C20-2B908B073794}" presName="text" presStyleLbl="node1" presStyleIdx="2" presStyleCnt="4">
        <dgm:presLayoutVars>
          <dgm:bulletEnabled val="1"/>
        </dgm:presLayoutVars>
      </dgm:prSet>
      <dgm:spPr/>
    </dgm:pt>
    <dgm:pt modelId="{A78C8167-2572-4EA4-9A8F-C50EA50DFF4D}" type="pres">
      <dgm:prSet presAssocID="{D87AD072-6A7B-421F-BBEC-C3E806FF4B5E}" presName="spacer" presStyleCnt="0"/>
      <dgm:spPr/>
    </dgm:pt>
    <dgm:pt modelId="{F1C18815-BA2A-4757-A59B-C93A2D13DE5F}" type="pres">
      <dgm:prSet presAssocID="{8763E777-C083-4FFD-BF85-153DFA5D3569}" presName="comp" presStyleCnt="0"/>
      <dgm:spPr/>
    </dgm:pt>
    <dgm:pt modelId="{F8A5AA5F-720F-46D5-B07B-B11A91E92AE9}" type="pres">
      <dgm:prSet presAssocID="{8763E777-C083-4FFD-BF85-153DFA5D3569}" presName="box" presStyleLbl="node1" presStyleIdx="3" presStyleCnt="4"/>
      <dgm:spPr/>
    </dgm:pt>
    <dgm:pt modelId="{D39AC462-6A28-4C73-8071-D5F6CBA75911}" type="pres">
      <dgm:prSet presAssocID="{8763E777-C083-4FFD-BF85-153DFA5D3569}" presName="img" presStyleLbl="fgImgPlace1" presStyleIdx="3" presStyleCnt="4"/>
      <dgm:spPr>
        <a:blipFill dpi="0" rotWithShape="1">
          <a:blip xmlns:r="http://schemas.openxmlformats.org/officeDocument/2006/relationships" r:embed="rId5"/>
          <a:srcRect/>
          <a:stretch>
            <a:fillRect l="19010" r="19010"/>
          </a:stretch>
        </a:blipFill>
      </dgm:spPr>
    </dgm:pt>
    <dgm:pt modelId="{202DF55B-07B6-485E-BE8B-2E2BF317C8CF}" type="pres">
      <dgm:prSet presAssocID="{8763E777-C083-4FFD-BF85-153DFA5D3569}" presName="text" presStyleLbl="node1" presStyleIdx="3" presStyleCnt="4">
        <dgm:presLayoutVars>
          <dgm:bulletEnabled val="1"/>
        </dgm:presLayoutVars>
      </dgm:prSet>
      <dgm:spPr/>
    </dgm:pt>
  </dgm:ptLst>
  <dgm:cxnLst>
    <dgm:cxn modelId="{2418FD14-8555-4976-B183-DEF7375FE822}" type="presOf" srcId="{08EF0688-7202-4559-B264-15D5B3603E6C}" destId="{4B09AE3D-84E5-4292-BA07-7784D033293C}" srcOrd="1" destOrd="0" presId="urn:microsoft.com/office/officeart/2005/8/layout/vList4"/>
    <dgm:cxn modelId="{50819420-6A71-44AB-8899-3681E6679DE9}" srcId="{0CE72930-0BAA-48B9-BA3C-C75A482113AA}" destId="{8763E777-C083-4FFD-BF85-153DFA5D3569}" srcOrd="3" destOrd="0" parTransId="{0C1BC294-076D-4CE8-8FAF-2282A4FCA5ED}" sibTransId="{621AD8C5-C3E4-4BC8-89CB-7C6C8BACD269}"/>
    <dgm:cxn modelId="{4633E237-B268-4841-A1F6-B89D0682F491}" type="presOf" srcId="{6F3E4E2F-67BF-4FC5-8885-AB6C20044DE4}" destId="{445168ED-0DB7-4070-A1E8-4A9FB9682BF0}" srcOrd="0" destOrd="0" presId="urn:microsoft.com/office/officeart/2005/8/layout/vList4"/>
    <dgm:cxn modelId="{2401745C-0948-4A31-BF9A-A313A823CA72}" type="presOf" srcId="{08EF0688-7202-4559-B264-15D5B3603E6C}" destId="{665DAF1C-33F6-4EBD-B90F-018CFE2AC5FF}" srcOrd="0" destOrd="0" presId="urn:microsoft.com/office/officeart/2005/8/layout/vList4"/>
    <dgm:cxn modelId="{93CA4B44-8DEA-4B30-969B-0A8F5056DDE3}" type="presOf" srcId="{C38A6401-11F1-4004-9C20-2B908B073794}" destId="{D92E93DC-D4EA-43E1-8D1E-5FED2E67FB6B}" srcOrd="0" destOrd="0" presId="urn:microsoft.com/office/officeart/2005/8/layout/vList4"/>
    <dgm:cxn modelId="{DC30DE44-DDB7-4E8F-BF88-5DFF1B88BE40}" type="presOf" srcId="{6F3E4E2F-67BF-4FC5-8885-AB6C20044DE4}" destId="{C13A18AF-868F-459D-85B0-725FBBF8D1E6}" srcOrd="1" destOrd="0" presId="urn:microsoft.com/office/officeart/2005/8/layout/vList4"/>
    <dgm:cxn modelId="{95E8E955-939F-481D-87B0-8ED9058ABB15}" srcId="{0CE72930-0BAA-48B9-BA3C-C75A482113AA}" destId="{6F3E4E2F-67BF-4FC5-8885-AB6C20044DE4}" srcOrd="1" destOrd="0" parTransId="{66FD1AA6-05F2-441D-8C9A-E49C2AA88FCC}" sibTransId="{8D04541F-85DE-499B-B8B5-80ADE20F9542}"/>
    <dgm:cxn modelId="{AB0F2196-361A-469A-9A11-A9039B0E8263}" srcId="{0CE72930-0BAA-48B9-BA3C-C75A482113AA}" destId="{08EF0688-7202-4559-B264-15D5B3603E6C}" srcOrd="0" destOrd="0" parTransId="{536FEB50-EE80-4A9F-8C93-D6F13070FC72}" sibTransId="{113A4806-380A-4D78-8E05-90AAC7F026E6}"/>
    <dgm:cxn modelId="{1A358D9D-5377-45B3-8953-1851F21B5158}" type="presOf" srcId="{0CE72930-0BAA-48B9-BA3C-C75A482113AA}" destId="{0E1576A8-5325-4D41-B6CF-2A526B408360}" srcOrd="0" destOrd="0" presId="urn:microsoft.com/office/officeart/2005/8/layout/vList4"/>
    <dgm:cxn modelId="{72C5CCAF-BB96-4703-850F-5B60991E9C8A}" srcId="{0CE72930-0BAA-48B9-BA3C-C75A482113AA}" destId="{C38A6401-11F1-4004-9C20-2B908B073794}" srcOrd="2" destOrd="0" parTransId="{C3E75145-B40B-431F-81D1-43D0A3F1FD70}" sibTransId="{D87AD072-6A7B-421F-BBEC-C3E806FF4B5E}"/>
    <dgm:cxn modelId="{7BD8D6CA-6BA7-4172-AD55-2DD3CC203598}" type="presOf" srcId="{8763E777-C083-4FFD-BF85-153DFA5D3569}" destId="{202DF55B-07B6-485E-BE8B-2E2BF317C8CF}" srcOrd="1" destOrd="0" presId="urn:microsoft.com/office/officeart/2005/8/layout/vList4"/>
    <dgm:cxn modelId="{FE3FC1EF-66DB-42FA-99B9-9C3A96C780C9}" type="presOf" srcId="{C38A6401-11F1-4004-9C20-2B908B073794}" destId="{29BDCF9E-22CA-44E9-8BA0-0B60E2113215}" srcOrd="1" destOrd="0" presId="urn:microsoft.com/office/officeart/2005/8/layout/vList4"/>
    <dgm:cxn modelId="{6AD98CFD-CEA6-46A1-89E2-764CF008210B}" type="presOf" srcId="{8763E777-C083-4FFD-BF85-153DFA5D3569}" destId="{F8A5AA5F-720F-46D5-B07B-B11A91E92AE9}" srcOrd="0" destOrd="0" presId="urn:microsoft.com/office/officeart/2005/8/layout/vList4"/>
    <dgm:cxn modelId="{2702D85A-E1A6-4352-A158-A1196C5BBB6D}" type="presParOf" srcId="{0E1576A8-5325-4D41-B6CF-2A526B408360}" destId="{F91DEA72-B05D-4905-9D8E-A00F7326895D}" srcOrd="0" destOrd="0" presId="urn:microsoft.com/office/officeart/2005/8/layout/vList4"/>
    <dgm:cxn modelId="{4932D834-CD6D-45BD-B9BA-6B5AB5F7A4F6}" type="presParOf" srcId="{F91DEA72-B05D-4905-9D8E-A00F7326895D}" destId="{665DAF1C-33F6-4EBD-B90F-018CFE2AC5FF}" srcOrd="0" destOrd="0" presId="urn:microsoft.com/office/officeart/2005/8/layout/vList4"/>
    <dgm:cxn modelId="{B9856A1A-4F28-419D-94A1-42E6E1D3A945}" type="presParOf" srcId="{F91DEA72-B05D-4905-9D8E-A00F7326895D}" destId="{F71AD0D4-AFD3-4A52-84D7-A058087E311A}" srcOrd="1" destOrd="0" presId="urn:microsoft.com/office/officeart/2005/8/layout/vList4"/>
    <dgm:cxn modelId="{17CCD3E0-0D8E-4CDB-85D2-AA6BCDB7D610}" type="presParOf" srcId="{F91DEA72-B05D-4905-9D8E-A00F7326895D}" destId="{4B09AE3D-84E5-4292-BA07-7784D033293C}" srcOrd="2" destOrd="0" presId="urn:microsoft.com/office/officeart/2005/8/layout/vList4"/>
    <dgm:cxn modelId="{420BF6CE-295E-4C06-A32F-91EFD33C65A9}" type="presParOf" srcId="{0E1576A8-5325-4D41-B6CF-2A526B408360}" destId="{CA093F89-249A-4910-AA6A-2E849488D717}" srcOrd="1" destOrd="0" presId="urn:microsoft.com/office/officeart/2005/8/layout/vList4"/>
    <dgm:cxn modelId="{951091B9-495A-4FC3-88FF-5A812629F798}" type="presParOf" srcId="{0E1576A8-5325-4D41-B6CF-2A526B408360}" destId="{06313A5C-B2F9-4DFD-B50D-21CB13F13433}" srcOrd="2" destOrd="0" presId="urn:microsoft.com/office/officeart/2005/8/layout/vList4"/>
    <dgm:cxn modelId="{0943F0F5-2299-49D9-9EB7-91269F834B93}" type="presParOf" srcId="{06313A5C-B2F9-4DFD-B50D-21CB13F13433}" destId="{445168ED-0DB7-4070-A1E8-4A9FB9682BF0}" srcOrd="0" destOrd="0" presId="urn:microsoft.com/office/officeart/2005/8/layout/vList4"/>
    <dgm:cxn modelId="{CB477238-63AB-4C23-9D58-C2E7BDD147F1}" type="presParOf" srcId="{06313A5C-B2F9-4DFD-B50D-21CB13F13433}" destId="{C5A7E090-91DF-40E0-911F-F7A5FDF05A57}" srcOrd="1" destOrd="0" presId="urn:microsoft.com/office/officeart/2005/8/layout/vList4"/>
    <dgm:cxn modelId="{36461625-8817-412B-A787-51F62D9D4D71}" type="presParOf" srcId="{06313A5C-B2F9-4DFD-B50D-21CB13F13433}" destId="{C13A18AF-868F-459D-85B0-725FBBF8D1E6}" srcOrd="2" destOrd="0" presId="urn:microsoft.com/office/officeart/2005/8/layout/vList4"/>
    <dgm:cxn modelId="{4E0F64F0-B858-497E-AE6D-592468736E8D}" type="presParOf" srcId="{0E1576A8-5325-4D41-B6CF-2A526B408360}" destId="{14AD2640-3547-43CA-8794-28E88A3B1EE6}" srcOrd="3" destOrd="0" presId="urn:microsoft.com/office/officeart/2005/8/layout/vList4"/>
    <dgm:cxn modelId="{FC19DA74-B02C-4875-9C26-5B4D3D8CCB2F}" type="presParOf" srcId="{0E1576A8-5325-4D41-B6CF-2A526B408360}" destId="{61173055-5F8A-465D-A00A-DBE168AAA5A8}" srcOrd="4" destOrd="0" presId="urn:microsoft.com/office/officeart/2005/8/layout/vList4"/>
    <dgm:cxn modelId="{7DB644FD-67A8-4AA5-8357-F2CC7DFD7343}" type="presParOf" srcId="{61173055-5F8A-465D-A00A-DBE168AAA5A8}" destId="{D92E93DC-D4EA-43E1-8D1E-5FED2E67FB6B}" srcOrd="0" destOrd="0" presId="urn:microsoft.com/office/officeart/2005/8/layout/vList4"/>
    <dgm:cxn modelId="{392B20DE-7581-4EE9-87A4-9B06FC0B4980}" type="presParOf" srcId="{61173055-5F8A-465D-A00A-DBE168AAA5A8}" destId="{A66BF905-54DD-494C-A6A8-78DD7279DD71}" srcOrd="1" destOrd="0" presId="urn:microsoft.com/office/officeart/2005/8/layout/vList4"/>
    <dgm:cxn modelId="{9124DFFF-A813-47A0-BFC9-452D1215CA26}" type="presParOf" srcId="{61173055-5F8A-465D-A00A-DBE168AAA5A8}" destId="{29BDCF9E-22CA-44E9-8BA0-0B60E2113215}" srcOrd="2" destOrd="0" presId="urn:microsoft.com/office/officeart/2005/8/layout/vList4"/>
    <dgm:cxn modelId="{EF57E456-9C78-47C7-AA4D-9A9D1D4B2048}" type="presParOf" srcId="{0E1576A8-5325-4D41-B6CF-2A526B408360}" destId="{A78C8167-2572-4EA4-9A8F-C50EA50DFF4D}" srcOrd="5" destOrd="0" presId="urn:microsoft.com/office/officeart/2005/8/layout/vList4"/>
    <dgm:cxn modelId="{C67DD475-CCFA-4F3C-8DD7-47C180BDB077}" type="presParOf" srcId="{0E1576A8-5325-4D41-B6CF-2A526B408360}" destId="{F1C18815-BA2A-4757-A59B-C93A2D13DE5F}" srcOrd="6" destOrd="0" presId="urn:microsoft.com/office/officeart/2005/8/layout/vList4"/>
    <dgm:cxn modelId="{E4BD336A-A05E-4646-8B1E-D189E8ED518F}" type="presParOf" srcId="{F1C18815-BA2A-4757-A59B-C93A2D13DE5F}" destId="{F8A5AA5F-720F-46D5-B07B-B11A91E92AE9}" srcOrd="0" destOrd="0" presId="urn:microsoft.com/office/officeart/2005/8/layout/vList4"/>
    <dgm:cxn modelId="{CF231DD7-F773-46B3-A02C-9DCBFF9CC476}" type="presParOf" srcId="{F1C18815-BA2A-4757-A59B-C93A2D13DE5F}" destId="{D39AC462-6A28-4C73-8071-D5F6CBA75911}" srcOrd="1" destOrd="0" presId="urn:microsoft.com/office/officeart/2005/8/layout/vList4"/>
    <dgm:cxn modelId="{079971B6-C438-4680-A2DE-00FA6DA40DB6}" type="presParOf" srcId="{F1C18815-BA2A-4757-A59B-C93A2D13DE5F}" destId="{202DF55B-07B6-485E-BE8B-2E2BF317C8CF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E25ACAC-F472-4683-9D93-A9C84E2D3383}" type="doc">
      <dgm:prSet loTypeId="urn:microsoft.com/office/officeart/2009/3/layout/StepUp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3604EF-4C81-436F-A110-C2D8CF873DD6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8FDBF99-64DB-4B50-84AA-9C278B364F0C}" type="par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A198B5A-4BBE-4482-A767-64E58E57333F}" type="sib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8DE07D1-5530-4B79-89D3-DFA202C3C328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C6BB605-2200-4881-9BD4-77CCBA513FBC}" type="par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D47584B-0491-45C1-97AB-BF206B5F78A8}" type="sib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7AD4B247-CE63-49EC-84BB-1201BDB8B43D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668695E-D829-471C-AC10-661946DDC740}" type="par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BF2C316-29B6-4C46-BDAA-AFB2E55EB5AF}" type="sib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F2273D0-51C7-46B6-84E5-287A1AF69FB5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C36DC3-A6D4-40F5-920C-8031DA7A21B4}" type="par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045532E-537A-4AA2-9896-8362A964D0C7}" type="sib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EE5724D-F9BF-4FCB-A0FA-B94D87A5EF35}">
      <dgm:prSet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1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b="1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1D1AC5C-38B6-4132-A117-D847E8FE0DFE}" type="par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365ABA2-9B79-4149-BE2F-73D735F3A4C7}" type="sib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DC8559C4-587C-4BB8-A872-78AE3DB83960}" type="pres">
      <dgm:prSet presAssocID="{1E25ACAC-F472-4683-9D93-A9C84E2D3383}" presName="rootnode" presStyleCnt="0">
        <dgm:presLayoutVars>
          <dgm:chMax/>
          <dgm:chPref/>
          <dgm:dir/>
          <dgm:animLvl val="lvl"/>
        </dgm:presLayoutVars>
      </dgm:prSet>
      <dgm:spPr/>
    </dgm:pt>
    <dgm:pt modelId="{3B0E19FC-E3C0-4138-9A48-BC0D2424E1E4}" type="pres">
      <dgm:prSet presAssocID="{AD3604EF-4C81-436F-A110-C2D8CF873DD6}" presName="composite" presStyleCnt="0"/>
      <dgm:spPr/>
    </dgm:pt>
    <dgm:pt modelId="{C812CB3C-0340-43CF-A198-8CED48458631}" type="pres">
      <dgm:prSet presAssocID="{AD3604EF-4C81-436F-A110-C2D8CF873DD6}" presName="LShape" presStyleLbl="alignNode1" presStyleIdx="0" presStyleCnt="9"/>
      <dgm:spPr>
        <a:solidFill>
          <a:srgbClr val="7A364B"/>
        </a:solidFill>
        <a:ln>
          <a:noFill/>
        </a:ln>
      </dgm:spPr>
    </dgm:pt>
    <dgm:pt modelId="{B8B1D505-CF74-4719-ACF9-459B767E3307}" type="pres">
      <dgm:prSet presAssocID="{AD3604EF-4C81-436F-A110-C2D8CF873DD6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8CB1DA42-4248-472D-A039-1A258F25934A}" type="pres">
      <dgm:prSet presAssocID="{AD3604EF-4C81-436F-A110-C2D8CF873DD6}" presName="Triangle" presStyleLbl="alignNode1" presStyleIdx="1" presStyleCnt="9"/>
      <dgm:spPr>
        <a:solidFill>
          <a:srgbClr val="374183"/>
        </a:solidFill>
      </dgm:spPr>
    </dgm:pt>
    <dgm:pt modelId="{A9457D96-B755-4312-B27A-14F92B2492B9}" type="pres">
      <dgm:prSet presAssocID="{4A198B5A-4BBE-4482-A767-64E58E57333F}" presName="sibTrans" presStyleCnt="0"/>
      <dgm:spPr/>
    </dgm:pt>
    <dgm:pt modelId="{E5D7204D-EFBE-4570-AA30-56B2B06D3729}" type="pres">
      <dgm:prSet presAssocID="{4A198B5A-4BBE-4482-A767-64E58E57333F}" presName="space" presStyleCnt="0"/>
      <dgm:spPr/>
    </dgm:pt>
    <dgm:pt modelId="{E54F54BD-4AEB-4DFA-B3DC-D928BE0BA9AA}" type="pres">
      <dgm:prSet presAssocID="{B8DE07D1-5530-4B79-89D3-DFA202C3C328}" presName="composite" presStyleCnt="0"/>
      <dgm:spPr/>
    </dgm:pt>
    <dgm:pt modelId="{21B4FA9E-32F9-46C1-9FF7-CBD2CE92CD42}" type="pres">
      <dgm:prSet presAssocID="{B8DE07D1-5530-4B79-89D3-DFA202C3C328}" presName="LShape" presStyleLbl="alignNode1" presStyleIdx="2" presStyleCnt="9"/>
      <dgm:spPr>
        <a:solidFill>
          <a:srgbClr val="7A364B"/>
        </a:solidFill>
        <a:ln>
          <a:noFill/>
        </a:ln>
      </dgm:spPr>
    </dgm:pt>
    <dgm:pt modelId="{6C1F6867-68E1-43FE-B352-330C8C101CC0}" type="pres">
      <dgm:prSet presAssocID="{B8DE07D1-5530-4B79-89D3-DFA202C3C328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10F7C7B-EB4A-4A1C-9855-9724ABA5C69D}" type="pres">
      <dgm:prSet presAssocID="{B8DE07D1-5530-4B79-89D3-DFA202C3C328}" presName="Triangle" presStyleLbl="alignNode1" presStyleIdx="3" presStyleCnt="9"/>
      <dgm:spPr>
        <a:solidFill>
          <a:srgbClr val="374183"/>
        </a:solidFill>
      </dgm:spPr>
    </dgm:pt>
    <dgm:pt modelId="{C6CF9954-EE6F-4016-ABFE-AEFBC3D0FBB6}" type="pres">
      <dgm:prSet presAssocID="{0D47584B-0491-45C1-97AB-BF206B5F78A8}" presName="sibTrans" presStyleCnt="0"/>
      <dgm:spPr/>
    </dgm:pt>
    <dgm:pt modelId="{FA3B2954-05B0-44A2-9C31-6E38DBF051B0}" type="pres">
      <dgm:prSet presAssocID="{0D47584B-0491-45C1-97AB-BF206B5F78A8}" presName="space" presStyleCnt="0"/>
      <dgm:spPr/>
    </dgm:pt>
    <dgm:pt modelId="{8D7622A8-1532-47BD-B6F8-8A1EB7924DD0}" type="pres">
      <dgm:prSet presAssocID="{9F2273D0-51C7-46B6-84E5-287A1AF69FB5}" presName="composite" presStyleCnt="0"/>
      <dgm:spPr/>
    </dgm:pt>
    <dgm:pt modelId="{C8400550-72AC-4E67-B438-B3D39895F942}" type="pres">
      <dgm:prSet presAssocID="{9F2273D0-51C7-46B6-84E5-287A1AF69FB5}" presName="LShape" presStyleLbl="alignNode1" presStyleIdx="4" presStyleCnt="9"/>
      <dgm:spPr>
        <a:solidFill>
          <a:srgbClr val="7A364B"/>
        </a:solidFill>
        <a:ln>
          <a:noFill/>
        </a:ln>
      </dgm:spPr>
    </dgm:pt>
    <dgm:pt modelId="{83159A42-36AD-480F-8CB9-15DDDF45A5B9}" type="pres">
      <dgm:prSet presAssocID="{9F2273D0-51C7-46B6-84E5-287A1AF69FB5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2AA2FE6-FBE5-4BCF-A215-9F4E63E2F49B}" type="pres">
      <dgm:prSet presAssocID="{9F2273D0-51C7-46B6-84E5-287A1AF69FB5}" presName="Triangle" presStyleLbl="alignNode1" presStyleIdx="5" presStyleCnt="9"/>
      <dgm:spPr>
        <a:solidFill>
          <a:srgbClr val="374183"/>
        </a:solidFill>
      </dgm:spPr>
    </dgm:pt>
    <dgm:pt modelId="{19B74EE6-E2C3-47FB-A4EC-B0703AF9552A}" type="pres">
      <dgm:prSet presAssocID="{3045532E-537A-4AA2-9896-8362A964D0C7}" presName="sibTrans" presStyleCnt="0"/>
      <dgm:spPr/>
    </dgm:pt>
    <dgm:pt modelId="{5812B38B-7435-4B46-9764-558D93BDC873}" type="pres">
      <dgm:prSet presAssocID="{3045532E-537A-4AA2-9896-8362A964D0C7}" presName="space" presStyleCnt="0"/>
      <dgm:spPr/>
    </dgm:pt>
    <dgm:pt modelId="{BA72CBFE-E8C0-469E-8A4A-2756415740FC}" type="pres">
      <dgm:prSet presAssocID="{CEE5724D-F9BF-4FCB-A0FA-B94D87A5EF35}" presName="composite" presStyleCnt="0"/>
      <dgm:spPr/>
    </dgm:pt>
    <dgm:pt modelId="{27FA66C9-B787-449A-A989-19441E9EAD5B}" type="pres">
      <dgm:prSet presAssocID="{CEE5724D-F9BF-4FCB-A0FA-B94D87A5EF35}" presName="LShape" presStyleLbl="alignNode1" presStyleIdx="6" presStyleCnt="9"/>
      <dgm:spPr>
        <a:solidFill>
          <a:srgbClr val="7A364B"/>
        </a:solidFill>
        <a:ln>
          <a:noFill/>
        </a:ln>
      </dgm:spPr>
    </dgm:pt>
    <dgm:pt modelId="{076F701D-F089-4F60-BC5C-045696C09C60}" type="pres">
      <dgm:prSet presAssocID="{CEE5724D-F9BF-4FCB-A0FA-B94D87A5EF35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50E75A68-B861-4F09-B3F5-58A68E30711B}" type="pres">
      <dgm:prSet presAssocID="{CEE5724D-F9BF-4FCB-A0FA-B94D87A5EF35}" presName="Triangle" presStyleLbl="alignNode1" presStyleIdx="7" presStyleCnt="9"/>
      <dgm:spPr>
        <a:solidFill>
          <a:srgbClr val="374183"/>
        </a:solidFill>
      </dgm:spPr>
    </dgm:pt>
    <dgm:pt modelId="{BE647094-8634-4AED-879E-20757EDEB1CA}" type="pres">
      <dgm:prSet presAssocID="{0365ABA2-9B79-4149-BE2F-73D735F3A4C7}" presName="sibTrans" presStyleCnt="0"/>
      <dgm:spPr/>
    </dgm:pt>
    <dgm:pt modelId="{A40A3248-83B9-4992-A48B-C6AF46EE373E}" type="pres">
      <dgm:prSet presAssocID="{0365ABA2-9B79-4149-BE2F-73D735F3A4C7}" presName="space" presStyleCnt="0"/>
      <dgm:spPr/>
    </dgm:pt>
    <dgm:pt modelId="{7843ABB2-801E-45C4-9DAC-A0E16BF92032}" type="pres">
      <dgm:prSet presAssocID="{7AD4B247-CE63-49EC-84BB-1201BDB8B43D}" presName="composite" presStyleCnt="0"/>
      <dgm:spPr/>
    </dgm:pt>
    <dgm:pt modelId="{193D7A29-E9C8-416A-818F-3B37F0790590}" type="pres">
      <dgm:prSet presAssocID="{7AD4B247-CE63-49EC-84BB-1201BDB8B43D}" presName="LShape" presStyleLbl="alignNode1" presStyleIdx="8" presStyleCnt="9"/>
      <dgm:spPr>
        <a:solidFill>
          <a:srgbClr val="7A364B"/>
        </a:solidFill>
        <a:ln>
          <a:noFill/>
        </a:ln>
      </dgm:spPr>
    </dgm:pt>
    <dgm:pt modelId="{13B05E4F-D54C-4634-A8D4-7CD053159DE0}" type="pres">
      <dgm:prSet presAssocID="{7AD4B247-CE63-49EC-84BB-1201BDB8B43D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928D306-89BF-45A9-9AA8-F464B80A6362}" type="presOf" srcId="{7AD4B247-CE63-49EC-84BB-1201BDB8B43D}" destId="{13B05E4F-D54C-4634-A8D4-7CD053159DE0}" srcOrd="0" destOrd="0" presId="urn:microsoft.com/office/officeart/2009/3/layout/StepUpProcess"/>
    <dgm:cxn modelId="{960B8019-97BF-4FD0-BE73-5A10653393BE}" type="presOf" srcId="{AD3604EF-4C81-436F-A110-C2D8CF873DD6}" destId="{B8B1D505-CF74-4719-ACF9-459B767E3307}" srcOrd="0" destOrd="0" presId="urn:microsoft.com/office/officeart/2009/3/layout/StepUpProcess"/>
    <dgm:cxn modelId="{0E9A381F-A8BF-4479-B035-BE635C31CE99}" srcId="{1E25ACAC-F472-4683-9D93-A9C84E2D3383}" destId="{7AD4B247-CE63-49EC-84BB-1201BDB8B43D}" srcOrd="4" destOrd="0" parTransId="{1668695E-D829-471C-AC10-661946DDC740}" sibTransId="{8BF2C316-29B6-4C46-BDAA-AFB2E55EB5AF}"/>
    <dgm:cxn modelId="{1EBE0121-D9DF-441E-81C6-04C0C4EF972F}" type="presOf" srcId="{9F2273D0-51C7-46B6-84E5-287A1AF69FB5}" destId="{83159A42-36AD-480F-8CB9-15DDDF45A5B9}" srcOrd="0" destOrd="0" presId="urn:microsoft.com/office/officeart/2009/3/layout/StepUpProcess"/>
    <dgm:cxn modelId="{69987B73-139A-4C30-AC55-7CAB83997822}" type="presOf" srcId="{CEE5724D-F9BF-4FCB-A0FA-B94D87A5EF35}" destId="{076F701D-F089-4F60-BC5C-045696C09C60}" srcOrd="0" destOrd="0" presId="urn:microsoft.com/office/officeart/2009/3/layout/StepUpProcess"/>
    <dgm:cxn modelId="{7BC41989-0790-4ACA-BBC4-FC78F132BF66}" srcId="{1E25ACAC-F472-4683-9D93-A9C84E2D3383}" destId="{B8DE07D1-5530-4B79-89D3-DFA202C3C328}" srcOrd="1" destOrd="0" parTransId="{6C6BB605-2200-4881-9BD4-77CCBA513FBC}" sibTransId="{0D47584B-0491-45C1-97AB-BF206B5F78A8}"/>
    <dgm:cxn modelId="{2A372A8E-B68E-4A2C-8F26-8A881C4C34D0}" type="presOf" srcId="{B8DE07D1-5530-4B79-89D3-DFA202C3C328}" destId="{6C1F6867-68E1-43FE-B352-330C8C101CC0}" srcOrd="0" destOrd="0" presId="urn:microsoft.com/office/officeart/2009/3/layout/StepUpProcess"/>
    <dgm:cxn modelId="{7FC6579F-7F90-4F71-B2B3-0E70314E34A5}" srcId="{1E25ACAC-F472-4683-9D93-A9C84E2D3383}" destId="{9F2273D0-51C7-46B6-84E5-287A1AF69FB5}" srcOrd="2" destOrd="0" parTransId="{A4C36DC3-A6D4-40F5-920C-8031DA7A21B4}" sibTransId="{3045532E-537A-4AA2-9896-8362A964D0C7}"/>
    <dgm:cxn modelId="{0F94F7A9-D24B-406E-84FA-BAA215B524A2}" type="presOf" srcId="{1E25ACAC-F472-4683-9D93-A9C84E2D3383}" destId="{DC8559C4-587C-4BB8-A872-78AE3DB83960}" srcOrd="0" destOrd="0" presId="urn:microsoft.com/office/officeart/2009/3/layout/StepUpProcess"/>
    <dgm:cxn modelId="{0AE7D4B3-0D04-4F92-AD49-9F768354A91A}" srcId="{1E25ACAC-F472-4683-9D93-A9C84E2D3383}" destId="{AD3604EF-4C81-436F-A110-C2D8CF873DD6}" srcOrd="0" destOrd="0" parTransId="{68FDBF99-64DB-4B50-84AA-9C278B364F0C}" sibTransId="{4A198B5A-4BBE-4482-A767-64E58E57333F}"/>
    <dgm:cxn modelId="{F676A6CF-4314-4E7E-B7F7-6D6B9F793315}" srcId="{1E25ACAC-F472-4683-9D93-A9C84E2D3383}" destId="{CEE5724D-F9BF-4FCB-A0FA-B94D87A5EF35}" srcOrd="3" destOrd="0" parTransId="{F1D1AC5C-38B6-4132-A117-D847E8FE0DFE}" sibTransId="{0365ABA2-9B79-4149-BE2F-73D735F3A4C7}"/>
    <dgm:cxn modelId="{9B214C9A-DDD3-48E3-BCF1-9ECEB19F3ABB}" type="presParOf" srcId="{DC8559C4-587C-4BB8-A872-78AE3DB83960}" destId="{3B0E19FC-E3C0-4138-9A48-BC0D2424E1E4}" srcOrd="0" destOrd="0" presId="urn:microsoft.com/office/officeart/2009/3/layout/StepUpProcess"/>
    <dgm:cxn modelId="{8364BC68-83EE-4876-99C0-BB47052A94E4}" type="presParOf" srcId="{3B0E19FC-E3C0-4138-9A48-BC0D2424E1E4}" destId="{C812CB3C-0340-43CF-A198-8CED48458631}" srcOrd="0" destOrd="0" presId="urn:microsoft.com/office/officeart/2009/3/layout/StepUpProcess"/>
    <dgm:cxn modelId="{1DFD21EA-6D00-4163-857E-169AF618E601}" type="presParOf" srcId="{3B0E19FC-E3C0-4138-9A48-BC0D2424E1E4}" destId="{B8B1D505-CF74-4719-ACF9-459B767E3307}" srcOrd="1" destOrd="0" presId="urn:microsoft.com/office/officeart/2009/3/layout/StepUpProcess"/>
    <dgm:cxn modelId="{9D37E578-7E23-4CFA-B736-941088BB07DC}" type="presParOf" srcId="{3B0E19FC-E3C0-4138-9A48-BC0D2424E1E4}" destId="{8CB1DA42-4248-472D-A039-1A258F25934A}" srcOrd="2" destOrd="0" presId="urn:microsoft.com/office/officeart/2009/3/layout/StepUpProcess"/>
    <dgm:cxn modelId="{A340DC0C-82CE-4998-B260-D3620DE61BE2}" type="presParOf" srcId="{DC8559C4-587C-4BB8-A872-78AE3DB83960}" destId="{A9457D96-B755-4312-B27A-14F92B2492B9}" srcOrd="1" destOrd="0" presId="urn:microsoft.com/office/officeart/2009/3/layout/StepUpProcess"/>
    <dgm:cxn modelId="{87869829-1CB7-4C96-AC7D-26E77B2AD0D7}" type="presParOf" srcId="{A9457D96-B755-4312-B27A-14F92B2492B9}" destId="{E5D7204D-EFBE-4570-AA30-56B2B06D3729}" srcOrd="0" destOrd="0" presId="urn:microsoft.com/office/officeart/2009/3/layout/StepUpProcess"/>
    <dgm:cxn modelId="{331702AF-0848-4F95-B315-BFF777CF7E2C}" type="presParOf" srcId="{DC8559C4-587C-4BB8-A872-78AE3DB83960}" destId="{E54F54BD-4AEB-4DFA-B3DC-D928BE0BA9AA}" srcOrd="2" destOrd="0" presId="urn:microsoft.com/office/officeart/2009/3/layout/StepUpProcess"/>
    <dgm:cxn modelId="{DDA697BB-3197-44E8-87D3-845305F9F4A9}" type="presParOf" srcId="{E54F54BD-4AEB-4DFA-B3DC-D928BE0BA9AA}" destId="{21B4FA9E-32F9-46C1-9FF7-CBD2CE92CD42}" srcOrd="0" destOrd="0" presId="urn:microsoft.com/office/officeart/2009/3/layout/StepUpProcess"/>
    <dgm:cxn modelId="{712CA0F1-6501-4E7D-BF36-7D81A3F4CF00}" type="presParOf" srcId="{E54F54BD-4AEB-4DFA-B3DC-D928BE0BA9AA}" destId="{6C1F6867-68E1-43FE-B352-330C8C101CC0}" srcOrd="1" destOrd="0" presId="urn:microsoft.com/office/officeart/2009/3/layout/StepUpProcess"/>
    <dgm:cxn modelId="{A8013C13-5021-4643-9F09-D26D5C8E217D}" type="presParOf" srcId="{E54F54BD-4AEB-4DFA-B3DC-D928BE0BA9AA}" destId="{510F7C7B-EB4A-4A1C-9855-9724ABA5C69D}" srcOrd="2" destOrd="0" presId="urn:microsoft.com/office/officeart/2009/3/layout/StepUpProcess"/>
    <dgm:cxn modelId="{EB3BFA7A-DCD4-422E-AB3D-E0C4C18ED273}" type="presParOf" srcId="{DC8559C4-587C-4BB8-A872-78AE3DB83960}" destId="{C6CF9954-EE6F-4016-ABFE-AEFBC3D0FBB6}" srcOrd="3" destOrd="0" presId="urn:microsoft.com/office/officeart/2009/3/layout/StepUpProcess"/>
    <dgm:cxn modelId="{BC74CA1D-DF1C-493B-9023-F2837BA0BD3E}" type="presParOf" srcId="{C6CF9954-EE6F-4016-ABFE-AEFBC3D0FBB6}" destId="{FA3B2954-05B0-44A2-9C31-6E38DBF051B0}" srcOrd="0" destOrd="0" presId="urn:microsoft.com/office/officeart/2009/3/layout/StepUpProcess"/>
    <dgm:cxn modelId="{7B5DC4BA-ACCD-476F-8C78-B0F4338C66C4}" type="presParOf" srcId="{DC8559C4-587C-4BB8-A872-78AE3DB83960}" destId="{8D7622A8-1532-47BD-B6F8-8A1EB7924DD0}" srcOrd="4" destOrd="0" presId="urn:microsoft.com/office/officeart/2009/3/layout/StepUpProcess"/>
    <dgm:cxn modelId="{59F56EE4-C408-4C29-A8B3-71D81C9A5E94}" type="presParOf" srcId="{8D7622A8-1532-47BD-B6F8-8A1EB7924DD0}" destId="{C8400550-72AC-4E67-B438-B3D39895F942}" srcOrd="0" destOrd="0" presId="urn:microsoft.com/office/officeart/2009/3/layout/StepUpProcess"/>
    <dgm:cxn modelId="{267000DA-6CCE-4B3B-9DAE-3E14E2792745}" type="presParOf" srcId="{8D7622A8-1532-47BD-B6F8-8A1EB7924DD0}" destId="{83159A42-36AD-480F-8CB9-15DDDF45A5B9}" srcOrd="1" destOrd="0" presId="urn:microsoft.com/office/officeart/2009/3/layout/StepUpProcess"/>
    <dgm:cxn modelId="{F769EABB-0FD2-4A06-9BBC-14A2FE874865}" type="presParOf" srcId="{8D7622A8-1532-47BD-B6F8-8A1EB7924DD0}" destId="{42AA2FE6-FBE5-4BCF-A215-9F4E63E2F49B}" srcOrd="2" destOrd="0" presId="urn:microsoft.com/office/officeart/2009/3/layout/StepUpProcess"/>
    <dgm:cxn modelId="{85997141-ED07-4C4D-8354-6B9D2B2A9D39}" type="presParOf" srcId="{DC8559C4-587C-4BB8-A872-78AE3DB83960}" destId="{19B74EE6-E2C3-47FB-A4EC-B0703AF9552A}" srcOrd="5" destOrd="0" presId="urn:microsoft.com/office/officeart/2009/3/layout/StepUpProcess"/>
    <dgm:cxn modelId="{68DCE648-03C7-471E-B0DE-7509D16476C2}" type="presParOf" srcId="{19B74EE6-E2C3-47FB-A4EC-B0703AF9552A}" destId="{5812B38B-7435-4B46-9764-558D93BDC873}" srcOrd="0" destOrd="0" presId="urn:microsoft.com/office/officeart/2009/3/layout/StepUpProcess"/>
    <dgm:cxn modelId="{FB5732F1-9E90-4804-AFFB-F818AB7A658E}" type="presParOf" srcId="{DC8559C4-587C-4BB8-A872-78AE3DB83960}" destId="{BA72CBFE-E8C0-469E-8A4A-2756415740FC}" srcOrd="6" destOrd="0" presId="urn:microsoft.com/office/officeart/2009/3/layout/StepUpProcess"/>
    <dgm:cxn modelId="{D25E0994-87F8-467D-A91B-C61197015B82}" type="presParOf" srcId="{BA72CBFE-E8C0-469E-8A4A-2756415740FC}" destId="{27FA66C9-B787-449A-A989-19441E9EAD5B}" srcOrd="0" destOrd="0" presId="urn:microsoft.com/office/officeart/2009/3/layout/StepUpProcess"/>
    <dgm:cxn modelId="{9C3AA463-63DD-495E-A499-AACA5DF7AFA6}" type="presParOf" srcId="{BA72CBFE-E8C0-469E-8A4A-2756415740FC}" destId="{076F701D-F089-4F60-BC5C-045696C09C60}" srcOrd="1" destOrd="0" presId="urn:microsoft.com/office/officeart/2009/3/layout/StepUpProcess"/>
    <dgm:cxn modelId="{D522716C-B20D-40A6-9F30-2009BCC83BB3}" type="presParOf" srcId="{BA72CBFE-E8C0-469E-8A4A-2756415740FC}" destId="{50E75A68-B861-4F09-B3F5-58A68E30711B}" srcOrd="2" destOrd="0" presId="urn:microsoft.com/office/officeart/2009/3/layout/StepUpProcess"/>
    <dgm:cxn modelId="{A19ED6DE-DD64-48EA-8D7C-DAA84A95AC02}" type="presParOf" srcId="{DC8559C4-587C-4BB8-A872-78AE3DB83960}" destId="{BE647094-8634-4AED-879E-20757EDEB1CA}" srcOrd="7" destOrd="0" presId="urn:microsoft.com/office/officeart/2009/3/layout/StepUpProcess"/>
    <dgm:cxn modelId="{58CE4D47-7E51-4857-B89C-71AF42AAD61E}" type="presParOf" srcId="{BE647094-8634-4AED-879E-20757EDEB1CA}" destId="{A40A3248-83B9-4992-A48B-C6AF46EE373E}" srcOrd="0" destOrd="0" presId="urn:microsoft.com/office/officeart/2009/3/layout/StepUpProcess"/>
    <dgm:cxn modelId="{D23B370C-2BE5-48A3-B8A9-E163704C6A15}" type="presParOf" srcId="{DC8559C4-587C-4BB8-A872-78AE3DB83960}" destId="{7843ABB2-801E-45C4-9DAC-A0E16BF92032}" srcOrd="8" destOrd="0" presId="urn:microsoft.com/office/officeart/2009/3/layout/StepUpProcess"/>
    <dgm:cxn modelId="{8C918004-411D-4B7A-9FD1-C931B5888E81}" type="presParOf" srcId="{7843ABB2-801E-45C4-9DAC-A0E16BF92032}" destId="{193D7A29-E9C8-416A-818F-3B37F0790590}" srcOrd="0" destOrd="0" presId="urn:microsoft.com/office/officeart/2009/3/layout/StepUpProcess"/>
    <dgm:cxn modelId="{43A12AA0-4FF9-4E8B-9E65-9DDFA580D753}" type="presParOf" srcId="{7843ABB2-801E-45C4-9DAC-A0E16BF92032}" destId="{13B05E4F-D54C-4634-A8D4-7CD053159DE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5019691-B006-4F2B-8143-D18EA3678E08}" type="doc">
      <dgm:prSet loTypeId="urn:microsoft.com/office/officeart/2009/3/layout/FramedTextPicture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42A7DE-2ABE-4630-885D-40B4DDF8BA02}">
      <dgm:prSet phldrT="[Text]" custT="1"/>
      <dgm:spPr/>
      <dgm:t>
        <a:bodyPr/>
        <a:lstStyle/>
        <a:p>
          <a:pPr rtl="1"/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افزایش ۵٪ در نرخ بازگشت مشتری می‌تواند سودآوری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رو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از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25% الی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۹۵٪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رو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افزایش بده.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rtl="1"/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Bain &amp; Company 2023, </a:t>
          </a:r>
        </a:p>
      </dgm:t>
    </dgm:pt>
    <dgm:pt modelId="{3214BB91-13A9-43D4-BB81-3A3F2DC86B9B}" type="parTrans" cxnId="{F20A4D64-8453-41BF-B1CA-C8CF347E3FAC}">
      <dgm:prSet/>
      <dgm:spPr/>
      <dgm:t>
        <a:bodyPr/>
        <a:lstStyle/>
        <a:p>
          <a:endParaRPr lang="en-US"/>
        </a:p>
      </dgm:t>
    </dgm:pt>
    <dgm:pt modelId="{F2CDC7D7-6AA9-487C-B7C6-9DB31D8ADD9F}" type="sibTrans" cxnId="{F20A4D64-8453-41BF-B1CA-C8CF347E3FAC}">
      <dgm:prSet/>
      <dgm:spPr/>
      <dgm:t>
        <a:bodyPr/>
        <a:lstStyle/>
        <a:p>
          <a:endParaRPr lang="en-US"/>
        </a:p>
      </dgm:t>
    </dgm:pt>
    <dgm:pt modelId="{A3117AD7-3F07-4F86-ABE1-CE0186C660FA}" type="pres">
      <dgm:prSet presAssocID="{05019691-B006-4F2B-8143-D18EA3678E08}" presName="Name0" presStyleCnt="0">
        <dgm:presLayoutVars>
          <dgm:chMax/>
          <dgm:chPref/>
          <dgm:dir/>
        </dgm:presLayoutVars>
      </dgm:prSet>
      <dgm:spPr/>
    </dgm:pt>
    <dgm:pt modelId="{8D9CB3EE-99D5-415D-826D-CD050F2916B8}" type="pres">
      <dgm:prSet presAssocID="{8542A7DE-2ABE-4630-885D-40B4DDF8BA02}" presName="composite" presStyleCnt="0">
        <dgm:presLayoutVars>
          <dgm:chMax/>
          <dgm:chPref/>
        </dgm:presLayoutVars>
      </dgm:prSet>
      <dgm:spPr/>
    </dgm:pt>
    <dgm:pt modelId="{C55234E0-EF8C-4E4D-96DD-7FF7BA3D21AC}" type="pres">
      <dgm:prSet presAssocID="{8542A7DE-2ABE-4630-885D-40B4DDF8BA02}" presName="Image" presStyleLbl="bgImgPlace1" presStyleIdx="0" presStyleCnt="1" custScaleX="97634" custScaleY="99932" custLinFactNeighborX="-591" custLinFactNeighborY="194"/>
      <dgm:spPr>
        <a:blipFill dpi="0" rotWithShape="1">
          <a:blip xmlns:r="http://schemas.openxmlformats.org/officeDocument/2006/relationships" r:embed="rId1"/>
          <a:srcRect/>
          <a:stretch>
            <a:fillRect t="11831" b="11831"/>
          </a:stretch>
        </a:blipFill>
      </dgm:spPr>
    </dgm:pt>
    <dgm:pt modelId="{CCF2021B-7703-494A-A006-C90554F9195B}" type="pres">
      <dgm:prSet presAssocID="{8542A7DE-2ABE-4630-885D-40B4DDF8BA02}" presName="Parent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86017D9-5C56-4133-8D89-5670CC19F0A7}" type="pres">
      <dgm:prSet presAssocID="{8542A7DE-2ABE-4630-885D-40B4DDF8BA02}" presName="tlFrame" presStyleLbl="node1" presStyleIdx="0" presStyleCnt="4"/>
      <dgm:spPr/>
    </dgm:pt>
    <dgm:pt modelId="{9039BA9F-65CE-4A91-9886-662A2BA53E47}" type="pres">
      <dgm:prSet presAssocID="{8542A7DE-2ABE-4630-885D-40B4DDF8BA02}" presName="trFrame" presStyleLbl="node1" presStyleIdx="1" presStyleCnt="4"/>
      <dgm:spPr/>
    </dgm:pt>
    <dgm:pt modelId="{7491CE31-F653-4A9E-970F-9CF66832A2C9}" type="pres">
      <dgm:prSet presAssocID="{8542A7DE-2ABE-4630-885D-40B4DDF8BA02}" presName="blFrame" presStyleLbl="node1" presStyleIdx="2" presStyleCnt="4"/>
      <dgm:spPr/>
    </dgm:pt>
    <dgm:pt modelId="{741ED2E7-D777-4FE7-AA5A-30E242E7B445}" type="pres">
      <dgm:prSet presAssocID="{8542A7DE-2ABE-4630-885D-40B4DDF8BA02}" presName="brFrame" presStyleLbl="node1" presStyleIdx="3" presStyleCnt="4"/>
      <dgm:spPr/>
    </dgm:pt>
  </dgm:ptLst>
  <dgm:cxnLst>
    <dgm:cxn modelId="{01F4E20E-ED7A-4716-9AF9-7B22FEAD3D7E}" type="presOf" srcId="{8542A7DE-2ABE-4630-885D-40B4DDF8BA02}" destId="{CCF2021B-7703-494A-A006-C90554F9195B}" srcOrd="0" destOrd="0" presId="urn:microsoft.com/office/officeart/2009/3/layout/FramedTextPicture"/>
    <dgm:cxn modelId="{F20A4D64-8453-41BF-B1CA-C8CF347E3FAC}" srcId="{05019691-B006-4F2B-8143-D18EA3678E08}" destId="{8542A7DE-2ABE-4630-885D-40B4DDF8BA02}" srcOrd="0" destOrd="0" parTransId="{3214BB91-13A9-43D4-BB81-3A3F2DC86B9B}" sibTransId="{F2CDC7D7-6AA9-487C-B7C6-9DB31D8ADD9F}"/>
    <dgm:cxn modelId="{55CAC57A-5B99-44E0-AC51-3BD9879D0507}" type="presOf" srcId="{05019691-B006-4F2B-8143-D18EA3678E08}" destId="{A3117AD7-3F07-4F86-ABE1-CE0186C660FA}" srcOrd="0" destOrd="0" presId="urn:microsoft.com/office/officeart/2009/3/layout/FramedTextPicture"/>
    <dgm:cxn modelId="{9564D703-635C-4B81-A43E-03B9ADECAA5C}" type="presParOf" srcId="{A3117AD7-3F07-4F86-ABE1-CE0186C660FA}" destId="{8D9CB3EE-99D5-415D-826D-CD050F2916B8}" srcOrd="0" destOrd="0" presId="urn:microsoft.com/office/officeart/2009/3/layout/FramedTextPicture"/>
    <dgm:cxn modelId="{F07B7A1C-0922-4DEE-BA83-B65D7BB9D47D}" type="presParOf" srcId="{8D9CB3EE-99D5-415D-826D-CD050F2916B8}" destId="{C55234E0-EF8C-4E4D-96DD-7FF7BA3D21AC}" srcOrd="0" destOrd="0" presId="urn:microsoft.com/office/officeart/2009/3/layout/FramedTextPicture"/>
    <dgm:cxn modelId="{D164480C-CC67-4120-9B03-239DD7FA786A}" type="presParOf" srcId="{8D9CB3EE-99D5-415D-826D-CD050F2916B8}" destId="{CCF2021B-7703-494A-A006-C90554F9195B}" srcOrd="1" destOrd="0" presId="urn:microsoft.com/office/officeart/2009/3/layout/FramedTextPicture"/>
    <dgm:cxn modelId="{3063C454-89D8-448E-B045-A67ADF2CC2AD}" type="presParOf" srcId="{8D9CB3EE-99D5-415D-826D-CD050F2916B8}" destId="{186017D9-5C56-4133-8D89-5670CC19F0A7}" srcOrd="2" destOrd="0" presId="urn:microsoft.com/office/officeart/2009/3/layout/FramedTextPicture"/>
    <dgm:cxn modelId="{E5164E53-8A64-41C1-9DCA-A345C22DBFD2}" type="presParOf" srcId="{8D9CB3EE-99D5-415D-826D-CD050F2916B8}" destId="{9039BA9F-65CE-4A91-9886-662A2BA53E47}" srcOrd="3" destOrd="0" presId="urn:microsoft.com/office/officeart/2009/3/layout/FramedTextPicture"/>
    <dgm:cxn modelId="{0E631710-0D85-4B55-B441-184932C5FD8A}" type="presParOf" srcId="{8D9CB3EE-99D5-415D-826D-CD050F2916B8}" destId="{7491CE31-F653-4A9E-970F-9CF66832A2C9}" srcOrd="4" destOrd="0" presId="urn:microsoft.com/office/officeart/2009/3/layout/FramedTextPicture"/>
    <dgm:cxn modelId="{96AE1B0C-B7D2-42BC-A3D2-2F0C38469F15}" type="presParOf" srcId="{8D9CB3EE-99D5-415D-826D-CD050F2916B8}" destId="{741ED2E7-D777-4FE7-AA5A-30E242E7B445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5DC30C8D-28DB-4846-A8D4-98A8121E5822}" type="doc">
      <dgm:prSet loTypeId="urn:microsoft.com/office/officeart/2005/8/layout/target1" loCatId="relationship" qsTypeId="urn:microsoft.com/office/officeart/2005/8/quickstyle/simple5" qsCatId="simple" csTypeId="urn:microsoft.com/office/officeart/2005/8/colors/colorful3" csCatId="colorful" phldr="1"/>
      <dgm:spPr/>
    </dgm:pt>
    <dgm:pt modelId="{B90679B7-0B72-4130-B22E-9C158A37890D}">
      <dgm:prSet phldrT="[Text]" custT="1"/>
      <dgm:spPr/>
      <dgm:t>
        <a:bodyPr/>
        <a:lstStyle/>
        <a:p>
          <a:pPr algn="ctr"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بهش نشون بدیم چقدر فرق داره پیش ما میاد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B8A5115E-158D-4D14-841E-DE6F7EDF4D64}" type="par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B4E384CB-C0EB-4F23-9C99-3B84838C19AE}" type="sib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855CD166-361D-428C-84AD-DB42744357EF}">
      <dgm:prSet phldrT="[Text]" custT="1"/>
      <dgm:spPr/>
      <dgm:t>
        <a:bodyPr/>
        <a:lstStyle/>
        <a:p>
          <a:pPr algn="ctr"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ثابت کنیم براش منفعت تعریف شده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12321B39-1EBB-483F-B3B8-DAE453052BB6}" type="par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04FD8D98-4107-4467-9D7D-4A5447F412C1}" type="sib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5944D229-3660-42D9-BB2E-0AADF2DEC52B}">
      <dgm:prSet phldrT="[Text]" custT="1"/>
      <dgm:spPr/>
      <dgm:t>
        <a:bodyPr/>
        <a:lstStyle/>
        <a:p>
          <a:pPr algn="ctr" rtl="1"/>
          <a:r>
            <a:rPr lang="fa-IR" sz="2400" dirty="0">
              <a:solidFill>
                <a:srgbClr val="002060"/>
              </a:solidFill>
              <a:cs typeface="B Mitra" panose="00000400000000000000" pitchFamily="2" charset="-78"/>
            </a:rPr>
            <a:t>ثابت کنیم دیده و شنیده میشه</a:t>
          </a:r>
          <a:endParaRPr lang="en-US" sz="24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2FD930BC-5BCD-472F-865C-F239A6D54439}" type="sib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BAE04A61-6C21-4EA9-BDFC-C7ED3FB89D97}" type="par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996B6B7F-25ED-4F18-B496-3A73CFD1A1A7}" type="pres">
      <dgm:prSet presAssocID="{5DC30C8D-28DB-4846-A8D4-98A8121E5822}" presName="composite" presStyleCnt="0">
        <dgm:presLayoutVars>
          <dgm:chMax val="5"/>
          <dgm:dir/>
          <dgm:resizeHandles val="exact"/>
        </dgm:presLayoutVars>
      </dgm:prSet>
      <dgm:spPr/>
    </dgm:pt>
    <dgm:pt modelId="{C68C8C48-D983-4BC8-A19B-3F80F39D687D}" type="pres">
      <dgm:prSet presAssocID="{B90679B7-0B72-4130-B22E-9C158A37890D}" presName="circle1" presStyleLbl="lnNode1" presStyleIdx="0" presStyleCnt="3"/>
      <dgm:spPr>
        <a:solidFill>
          <a:srgbClr val="CE90A3"/>
        </a:solidFill>
      </dgm:spPr>
    </dgm:pt>
    <dgm:pt modelId="{AD873684-1935-45C8-9D4C-23F00FC865BB}" type="pres">
      <dgm:prSet presAssocID="{B90679B7-0B72-4130-B22E-9C158A37890D}" presName="text1" presStyleLbl="revTx" presStyleIdx="0" presStyleCnt="3" custScaleX="206765" custLinFactNeighborX="49474">
        <dgm:presLayoutVars>
          <dgm:bulletEnabled val="1"/>
        </dgm:presLayoutVars>
      </dgm:prSet>
      <dgm:spPr/>
    </dgm:pt>
    <dgm:pt modelId="{C767E1C6-70FD-4638-9642-E6D5DDE907AD}" type="pres">
      <dgm:prSet presAssocID="{B90679B7-0B72-4130-B22E-9C158A37890D}" presName="line1" presStyleLbl="callout" presStyleIdx="0" presStyleCnt="6"/>
      <dgm:spPr>
        <a:ln>
          <a:solidFill>
            <a:srgbClr val="000066"/>
          </a:solidFill>
        </a:ln>
      </dgm:spPr>
    </dgm:pt>
    <dgm:pt modelId="{E9D57CD1-55B8-413A-A759-B3572EDC0BB2}" type="pres">
      <dgm:prSet presAssocID="{B90679B7-0B72-4130-B22E-9C158A37890D}" presName="d1" presStyleLbl="callout" presStyleIdx="1" presStyleCnt="6"/>
      <dgm:spPr>
        <a:ln>
          <a:solidFill>
            <a:srgbClr val="000066"/>
          </a:solidFill>
        </a:ln>
      </dgm:spPr>
    </dgm:pt>
    <dgm:pt modelId="{780B81F5-9686-4984-8F74-0886E691C781}" type="pres">
      <dgm:prSet presAssocID="{855CD166-361D-428C-84AD-DB42744357EF}" presName="circle2" presStyleLbl="lnNode1" presStyleIdx="1" presStyleCnt="3"/>
      <dgm:spPr>
        <a:solidFill>
          <a:srgbClr val="C3778F"/>
        </a:solidFill>
      </dgm:spPr>
    </dgm:pt>
    <dgm:pt modelId="{E90E007A-1F60-4F85-A8DA-ABB63F316C9A}" type="pres">
      <dgm:prSet presAssocID="{855CD166-361D-428C-84AD-DB42744357EF}" presName="text2" presStyleLbl="revTx" presStyleIdx="1" presStyleCnt="3" custScaleX="206765" custLinFactNeighborX="49474">
        <dgm:presLayoutVars>
          <dgm:bulletEnabled val="1"/>
        </dgm:presLayoutVars>
      </dgm:prSet>
      <dgm:spPr/>
    </dgm:pt>
    <dgm:pt modelId="{ED0E648C-4C27-4328-AF4F-0CB8761EE87F}" type="pres">
      <dgm:prSet presAssocID="{855CD166-361D-428C-84AD-DB42744357EF}" presName="line2" presStyleLbl="callout" presStyleIdx="2" presStyleCnt="6"/>
      <dgm:spPr>
        <a:ln>
          <a:solidFill>
            <a:srgbClr val="000066"/>
          </a:solidFill>
        </a:ln>
      </dgm:spPr>
    </dgm:pt>
    <dgm:pt modelId="{8BAAD179-AB7A-448A-8556-B6C13BD79211}" type="pres">
      <dgm:prSet presAssocID="{855CD166-361D-428C-84AD-DB42744357EF}" presName="d2" presStyleLbl="callout" presStyleIdx="3" presStyleCnt="6"/>
      <dgm:spPr>
        <a:ln>
          <a:solidFill>
            <a:srgbClr val="000066"/>
          </a:solidFill>
        </a:ln>
      </dgm:spPr>
    </dgm:pt>
    <dgm:pt modelId="{423C01FB-35E4-4ED6-B181-85DCC4428ADA}" type="pres">
      <dgm:prSet presAssocID="{5944D229-3660-42D9-BB2E-0AADF2DEC52B}" presName="circle3" presStyleLbl="lnNode1" presStyleIdx="2" presStyleCnt="3" custLinFactNeighborX="305"/>
      <dgm:spPr>
        <a:solidFill>
          <a:srgbClr val="7A364B"/>
        </a:solidFill>
      </dgm:spPr>
    </dgm:pt>
    <dgm:pt modelId="{840EC126-06C4-4844-A4B9-E3FFDEDB06D6}" type="pres">
      <dgm:prSet presAssocID="{5944D229-3660-42D9-BB2E-0AADF2DEC52B}" presName="text3" presStyleLbl="revTx" presStyleIdx="2" presStyleCnt="3" custScaleX="206765" custLinFactNeighborX="49474">
        <dgm:presLayoutVars>
          <dgm:bulletEnabled val="1"/>
        </dgm:presLayoutVars>
      </dgm:prSet>
      <dgm:spPr/>
    </dgm:pt>
    <dgm:pt modelId="{23FE6E9A-7D93-4BF7-B2C6-9759E08872E2}" type="pres">
      <dgm:prSet presAssocID="{5944D229-3660-42D9-BB2E-0AADF2DEC52B}" presName="line3" presStyleLbl="callout" presStyleIdx="4" presStyleCnt="6"/>
      <dgm:spPr>
        <a:ln>
          <a:solidFill>
            <a:srgbClr val="000066"/>
          </a:solidFill>
        </a:ln>
      </dgm:spPr>
    </dgm:pt>
    <dgm:pt modelId="{59D7B176-2CBA-498B-92B0-6EE401F95DC5}" type="pres">
      <dgm:prSet presAssocID="{5944D229-3660-42D9-BB2E-0AADF2DEC52B}" presName="d3" presStyleLbl="callout" presStyleIdx="5" presStyleCnt="6"/>
      <dgm:spPr>
        <a:ln>
          <a:solidFill>
            <a:srgbClr val="000066"/>
          </a:solidFill>
        </a:ln>
      </dgm:spPr>
    </dgm:pt>
  </dgm:ptLst>
  <dgm:cxnLst>
    <dgm:cxn modelId="{37547D09-A83F-447A-9697-179B62DF0A64}" type="presOf" srcId="{5944D229-3660-42D9-BB2E-0AADF2DEC52B}" destId="{840EC126-06C4-4844-A4B9-E3FFDEDB06D6}" srcOrd="0" destOrd="0" presId="urn:microsoft.com/office/officeart/2005/8/layout/target1"/>
    <dgm:cxn modelId="{CBFA991C-6D25-4BD0-987E-9E1FD1B42983}" srcId="{5DC30C8D-28DB-4846-A8D4-98A8121E5822}" destId="{B90679B7-0B72-4130-B22E-9C158A37890D}" srcOrd="0" destOrd="0" parTransId="{B8A5115E-158D-4D14-841E-DE6F7EDF4D64}" sibTransId="{B4E384CB-C0EB-4F23-9C99-3B84838C19AE}"/>
    <dgm:cxn modelId="{F346EF2A-21B5-4D41-A3F4-6AD366697E42}" srcId="{5DC30C8D-28DB-4846-A8D4-98A8121E5822}" destId="{5944D229-3660-42D9-BB2E-0AADF2DEC52B}" srcOrd="2" destOrd="0" parTransId="{BAE04A61-6C21-4EA9-BDFC-C7ED3FB89D97}" sibTransId="{2FD930BC-5BCD-472F-865C-F239A6D54439}"/>
    <dgm:cxn modelId="{0AB6AB36-45C9-48B9-B157-5C96DF6392E8}" type="presOf" srcId="{B90679B7-0B72-4130-B22E-9C158A37890D}" destId="{AD873684-1935-45C8-9D4C-23F00FC865BB}" srcOrd="0" destOrd="0" presId="urn:microsoft.com/office/officeart/2005/8/layout/target1"/>
    <dgm:cxn modelId="{B1D1DF58-95D9-4101-A40B-3638BEDF7BE6}" type="presOf" srcId="{855CD166-361D-428C-84AD-DB42744357EF}" destId="{E90E007A-1F60-4F85-A8DA-ABB63F316C9A}" srcOrd="0" destOrd="0" presId="urn:microsoft.com/office/officeart/2005/8/layout/target1"/>
    <dgm:cxn modelId="{5093D89B-8B30-4857-8491-F1F46669A4C2}" type="presOf" srcId="{5DC30C8D-28DB-4846-A8D4-98A8121E5822}" destId="{996B6B7F-25ED-4F18-B496-3A73CFD1A1A7}" srcOrd="0" destOrd="0" presId="urn:microsoft.com/office/officeart/2005/8/layout/target1"/>
    <dgm:cxn modelId="{98FDEDE5-3B24-43B5-AD97-DAE28426E35F}" srcId="{5DC30C8D-28DB-4846-A8D4-98A8121E5822}" destId="{855CD166-361D-428C-84AD-DB42744357EF}" srcOrd="1" destOrd="0" parTransId="{12321B39-1EBB-483F-B3B8-DAE453052BB6}" sibTransId="{04FD8D98-4107-4467-9D7D-4A5447F412C1}"/>
    <dgm:cxn modelId="{3FDBEAEE-CD37-42FC-BAE2-E98FBD98679B}" type="presParOf" srcId="{996B6B7F-25ED-4F18-B496-3A73CFD1A1A7}" destId="{C68C8C48-D983-4BC8-A19B-3F80F39D687D}" srcOrd="0" destOrd="0" presId="urn:microsoft.com/office/officeart/2005/8/layout/target1"/>
    <dgm:cxn modelId="{19674FC2-DFE5-4BBF-B09F-5E90D34F7D24}" type="presParOf" srcId="{996B6B7F-25ED-4F18-B496-3A73CFD1A1A7}" destId="{AD873684-1935-45C8-9D4C-23F00FC865BB}" srcOrd="1" destOrd="0" presId="urn:microsoft.com/office/officeart/2005/8/layout/target1"/>
    <dgm:cxn modelId="{38F40124-E226-4793-9AF4-7D692D0B42EB}" type="presParOf" srcId="{996B6B7F-25ED-4F18-B496-3A73CFD1A1A7}" destId="{C767E1C6-70FD-4638-9642-E6D5DDE907AD}" srcOrd="2" destOrd="0" presId="urn:microsoft.com/office/officeart/2005/8/layout/target1"/>
    <dgm:cxn modelId="{1A47C80D-6490-41CB-8C6F-0C8D12A142B1}" type="presParOf" srcId="{996B6B7F-25ED-4F18-B496-3A73CFD1A1A7}" destId="{E9D57CD1-55B8-413A-A759-B3572EDC0BB2}" srcOrd="3" destOrd="0" presId="urn:microsoft.com/office/officeart/2005/8/layout/target1"/>
    <dgm:cxn modelId="{D203DF00-0B07-4E54-8435-60DBB73B1B73}" type="presParOf" srcId="{996B6B7F-25ED-4F18-B496-3A73CFD1A1A7}" destId="{780B81F5-9686-4984-8F74-0886E691C781}" srcOrd="4" destOrd="0" presId="urn:microsoft.com/office/officeart/2005/8/layout/target1"/>
    <dgm:cxn modelId="{5A6EB75C-E919-409B-9190-7E512567FAD5}" type="presParOf" srcId="{996B6B7F-25ED-4F18-B496-3A73CFD1A1A7}" destId="{E90E007A-1F60-4F85-A8DA-ABB63F316C9A}" srcOrd="5" destOrd="0" presId="urn:microsoft.com/office/officeart/2005/8/layout/target1"/>
    <dgm:cxn modelId="{EC5A1B8D-64C0-4ED2-9950-DB0AA1A433FC}" type="presParOf" srcId="{996B6B7F-25ED-4F18-B496-3A73CFD1A1A7}" destId="{ED0E648C-4C27-4328-AF4F-0CB8761EE87F}" srcOrd="6" destOrd="0" presId="urn:microsoft.com/office/officeart/2005/8/layout/target1"/>
    <dgm:cxn modelId="{B15AD2A1-400D-43A8-BBCC-86C0238C0647}" type="presParOf" srcId="{996B6B7F-25ED-4F18-B496-3A73CFD1A1A7}" destId="{8BAAD179-AB7A-448A-8556-B6C13BD79211}" srcOrd="7" destOrd="0" presId="urn:microsoft.com/office/officeart/2005/8/layout/target1"/>
    <dgm:cxn modelId="{90DD139C-26EE-41D8-BB2B-EA47F2FFAA89}" type="presParOf" srcId="{996B6B7F-25ED-4F18-B496-3A73CFD1A1A7}" destId="{423C01FB-35E4-4ED6-B181-85DCC4428ADA}" srcOrd="8" destOrd="0" presId="urn:microsoft.com/office/officeart/2005/8/layout/target1"/>
    <dgm:cxn modelId="{CBFE2B47-DD25-45C9-AF70-81A71BA73783}" type="presParOf" srcId="{996B6B7F-25ED-4F18-B496-3A73CFD1A1A7}" destId="{840EC126-06C4-4844-A4B9-E3FFDEDB06D6}" srcOrd="9" destOrd="0" presId="urn:microsoft.com/office/officeart/2005/8/layout/target1"/>
    <dgm:cxn modelId="{1E2A2994-E2DD-4540-849F-906CB9258C84}" type="presParOf" srcId="{996B6B7F-25ED-4F18-B496-3A73CFD1A1A7}" destId="{23FE6E9A-7D93-4BF7-B2C6-9759E08872E2}" srcOrd="10" destOrd="0" presId="urn:microsoft.com/office/officeart/2005/8/layout/target1"/>
    <dgm:cxn modelId="{5D10E33C-66B2-473F-962D-6B9DC0E17F3A}" type="presParOf" srcId="{996B6B7F-25ED-4F18-B496-3A73CFD1A1A7}" destId="{59D7B176-2CBA-498B-92B0-6EE401F95DC5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BF904027-7CB4-4490-94B1-BBAAB5070924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AF36E-C432-49B9-B9CA-7312C14AA3AC}">
      <dgm:prSet phldrT="[Text]" custT="1"/>
      <dgm:spPr>
        <a:solidFill>
          <a:srgbClr val="C3778F"/>
        </a:solidFill>
      </dgm:spPr>
      <dgm:t>
        <a:bodyPr/>
        <a:lstStyle/>
        <a:p>
          <a:pPr rtl="1"/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نقاط تماس (رضایت و تکرار تجربه)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C6F6B153-C0DD-4766-80BF-98C91EB94559}" type="par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F357B29-DEA6-4327-9B32-0A094D723ED5}" type="sib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189271-E05C-457D-A055-6FC2A2A0F1EF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تجارب شخصی سازی شده</a:t>
          </a:r>
        </a:p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اپلیکیشن مریم روشن/ لینک دعوت / هدیه اپ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ACC1060-062C-4C6D-ACF6-4B78A4A660CD}" type="parTrans" cxnId="{2F636093-7521-4D9D-A107-5A2344AF407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BE7A7A2-234D-4BEA-BE3B-C5838D8BAAD6}" type="sibTrans" cxnId="{2F636093-7521-4D9D-A107-5A2344AF4073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53091AE-9215-4952-B563-B598C85A98BE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تجربه مشارکت مالی</a:t>
          </a:r>
        </a:p>
        <a:p>
          <a:pPr rtl="1"/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سیستم اعتباردهی پورسانت مشتریان/ ریفرال مارکتینگ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74A865EC-44BF-42AD-9979-F1A567CCC66E}" type="parTrans" cxnId="{3710654D-545B-41B6-BAB4-89423FFD6FB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F311649-A470-4CA3-9DEE-C2CA6F9BC0D3}" type="sibTrans" cxnId="{3710654D-545B-41B6-BAB4-89423FFD6FB5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B2F22FB-E3BE-4880-9B85-C7C5BF292849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تجربه دیده شدن/ قانون توجه</a:t>
          </a:r>
        </a:p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سیستم امیتاز بندی هوشمند مشتریان 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20301F58-8CE8-499F-8D2D-D1522C9D6EC7}" type="parTrans" cxnId="{55328F7A-FF33-4229-841E-4564DDA672C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2EF54F9-85FB-48CC-884D-B5DB933E2226}" type="sibTrans" cxnId="{55328F7A-FF33-4229-841E-4564DDA672CB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480101A-CEF2-4009-A7D8-FD60AE3D3F00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تجربه مشارکت در بهبود خدمات</a:t>
          </a:r>
        </a:p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هپی کال/ نظرسنجی اختصاصی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7EC6A7F-8ABC-4E2A-B319-9ED7CC972F34}" type="parTrans" cxnId="{7DE09CFD-93D6-48F2-9B6B-778323E7519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E826411-D02B-4909-A9D6-3307E7287DB1}" type="sibTrans" cxnId="{7DE09CFD-93D6-48F2-9B6B-778323E7519F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C4BC59E-7FFE-4620-8237-81D6A6B0CEBC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تجربه کسب منفعت</a:t>
          </a:r>
        </a:p>
        <a:p>
          <a:pPr rtl="1"/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اختصاص اعتبار / شارژ کیف پول/ آفرهای هدفمند</a:t>
          </a:r>
        </a:p>
      </dgm:t>
    </dgm:pt>
    <dgm:pt modelId="{665CFB82-35F1-43D3-A02B-D0C576907D65}" type="parTrans" cxnId="{BE76AEAF-4FBF-4BFF-AA00-B0559897C6F9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19A2FB0-1741-4F6A-AE26-BFB698AF39EA}" type="sibTrans" cxnId="{BE76AEAF-4FBF-4BFF-AA00-B0559897C6F9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55A0F54A-8676-4A5C-9B9D-5B05926F3308}">
      <dgm:prSet phldrT="[Text]" custT="1"/>
      <dgm:spPr>
        <a:solidFill>
          <a:srgbClr val="D49CAD"/>
        </a:solidFill>
      </dgm:spPr>
      <dgm:t>
        <a:bodyPr/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تجربه متمایز بودن</a:t>
          </a:r>
        </a:p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سیستم سطح بندی پویای مشتریان/ آفرهای مرتبط با سطح</a:t>
          </a:r>
        </a:p>
      </dgm:t>
    </dgm:pt>
    <dgm:pt modelId="{4EAECC86-FF5F-4BDE-9656-78DDAF57E4FE}" type="parTrans" cxnId="{E33E3FDE-A322-4C58-810C-359CC2D97477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E609FE9-3973-4131-8893-80BDB4EDFBA1}" type="sibTrans" cxnId="{E33E3FDE-A322-4C58-810C-359CC2D97477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3D0F561-3EF1-4A9B-ABAF-4537865D8109}" type="pres">
      <dgm:prSet presAssocID="{BF904027-7CB4-4490-94B1-BBAAB507092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5A538A1-1DCB-452A-9D99-C9AA37AC1F13}" type="pres">
      <dgm:prSet presAssocID="{4ECAF36E-C432-49B9-B9CA-7312C14AA3AC}" presName="centerShape" presStyleLbl="node0" presStyleIdx="0" presStyleCnt="1"/>
      <dgm:spPr/>
    </dgm:pt>
    <dgm:pt modelId="{3BB51523-DE57-40BD-9922-91B90AF31793}" type="pres">
      <dgm:prSet presAssocID="{8ACC1060-062C-4C6D-ACF6-4B78A4A660CD}" presName="parTrans" presStyleLbl="bgSibTrans2D1" presStyleIdx="0" presStyleCnt="6"/>
      <dgm:spPr/>
    </dgm:pt>
    <dgm:pt modelId="{7BCD5688-487C-4926-A4F3-AD49D58E18CB}" type="pres">
      <dgm:prSet presAssocID="{A4189271-E05C-457D-A055-6FC2A2A0F1EF}" presName="node" presStyleLbl="node1" presStyleIdx="0" presStyleCnt="6">
        <dgm:presLayoutVars>
          <dgm:bulletEnabled val="1"/>
        </dgm:presLayoutVars>
      </dgm:prSet>
      <dgm:spPr/>
    </dgm:pt>
    <dgm:pt modelId="{2A40A558-9207-4B25-B35A-22C747BE2967}" type="pres">
      <dgm:prSet presAssocID="{74A865EC-44BF-42AD-9979-F1A567CCC66E}" presName="parTrans" presStyleLbl="bgSibTrans2D1" presStyleIdx="1" presStyleCnt="6"/>
      <dgm:spPr/>
    </dgm:pt>
    <dgm:pt modelId="{349FCF7F-8CB4-4FF6-B777-A344F2F2B232}" type="pres">
      <dgm:prSet presAssocID="{953091AE-9215-4952-B563-B598C85A98BE}" presName="node" presStyleLbl="node1" presStyleIdx="1" presStyleCnt="6">
        <dgm:presLayoutVars>
          <dgm:bulletEnabled val="1"/>
        </dgm:presLayoutVars>
      </dgm:prSet>
      <dgm:spPr/>
    </dgm:pt>
    <dgm:pt modelId="{0F0EF329-C0DD-400D-A066-56D1C13E4456}" type="pres">
      <dgm:prSet presAssocID="{665CFB82-35F1-43D3-A02B-D0C576907D65}" presName="parTrans" presStyleLbl="bgSibTrans2D1" presStyleIdx="2" presStyleCnt="6"/>
      <dgm:spPr/>
    </dgm:pt>
    <dgm:pt modelId="{26E056C1-4AB9-4523-BAA2-911997531FD3}" type="pres">
      <dgm:prSet presAssocID="{8C4BC59E-7FFE-4620-8237-81D6A6B0CEBC}" presName="node" presStyleLbl="node1" presStyleIdx="2" presStyleCnt="6">
        <dgm:presLayoutVars>
          <dgm:bulletEnabled val="1"/>
        </dgm:presLayoutVars>
      </dgm:prSet>
      <dgm:spPr/>
    </dgm:pt>
    <dgm:pt modelId="{C4B598AD-FA59-4C92-9CE4-541BE6E0B23E}" type="pres">
      <dgm:prSet presAssocID="{4EAECC86-FF5F-4BDE-9656-78DDAF57E4FE}" presName="parTrans" presStyleLbl="bgSibTrans2D1" presStyleIdx="3" presStyleCnt="6"/>
      <dgm:spPr/>
    </dgm:pt>
    <dgm:pt modelId="{DFF59125-0502-45D4-845A-5CC1CA2A0227}" type="pres">
      <dgm:prSet presAssocID="{55A0F54A-8676-4A5C-9B9D-5B05926F3308}" presName="node" presStyleLbl="node1" presStyleIdx="3" presStyleCnt="6">
        <dgm:presLayoutVars>
          <dgm:bulletEnabled val="1"/>
        </dgm:presLayoutVars>
      </dgm:prSet>
      <dgm:spPr/>
    </dgm:pt>
    <dgm:pt modelId="{0FE26C76-3AC0-4A2A-930C-3A75435BC2E4}" type="pres">
      <dgm:prSet presAssocID="{20301F58-8CE8-499F-8D2D-D1522C9D6EC7}" presName="parTrans" presStyleLbl="bgSibTrans2D1" presStyleIdx="4" presStyleCnt="6"/>
      <dgm:spPr/>
    </dgm:pt>
    <dgm:pt modelId="{4931DC46-82A0-43CF-B106-F172231C6B55}" type="pres">
      <dgm:prSet presAssocID="{CB2F22FB-E3BE-4880-9B85-C7C5BF292849}" presName="node" presStyleLbl="node1" presStyleIdx="4" presStyleCnt="6">
        <dgm:presLayoutVars>
          <dgm:bulletEnabled val="1"/>
        </dgm:presLayoutVars>
      </dgm:prSet>
      <dgm:spPr/>
    </dgm:pt>
    <dgm:pt modelId="{DFB71CC0-9185-425C-A4C1-8DE04CD84356}" type="pres">
      <dgm:prSet presAssocID="{A7EC6A7F-8ABC-4E2A-B319-9ED7CC972F34}" presName="parTrans" presStyleLbl="bgSibTrans2D1" presStyleIdx="5" presStyleCnt="6"/>
      <dgm:spPr/>
    </dgm:pt>
    <dgm:pt modelId="{DAB91C29-933E-4FCC-BD71-CA00925F256B}" type="pres">
      <dgm:prSet presAssocID="{1480101A-CEF2-4009-A7D8-FD60AE3D3F00}" presName="node" presStyleLbl="node1" presStyleIdx="5" presStyleCnt="6">
        <dgm:presLayoutVars>
          <dgm:bulletEnabled val="1"/>
        </dgm:presLayoutVars>
      </dgm:prSet>
      <dgm:spPr/>
    </dgm:pt>
  </dgm:ptLst>
  <dgm:cxnLst>
    <dgm:cxn modelId="{7A673503-3831-4415-8987-D09D2F7BE0F2}" type="presOf" srcId="{8C4BC59E-7FFE-4620-8237-81D6A6B0CEBC}" destId="{26E056C1-4AB9-4523-BAA2-911997531FD3}" srcOrd="0" destOrd="0" presId="urn:microsoft.com/office/officeart/2005/8/layout/radial4"/>
    <dgm:cxn modelId="{EDF78A0E-5E4E-4070-B82D-EBAC8AB24E7C}" type="presOf" srcId="{BF904027-7CB4-4490-94B1-BBAAB5070924}" destId="{63D0F561-3EF1-4A9B-ABAF-4537865D8109}" srcOrd="0" destOrd="0" presId="urn:microsoft.com/office/officeart/2005/8/layout/radial4"/>
    <dgm:cxn modelId="{305EA91E-7F44-4928-8AC5-08E770481F5F}" type="presOf" srcId="{55A0F54A-8676-4A5C-9B9D-5B05926F3308}" destId="{DFF59125-0502-45D4-845A-5CC1CA2A0227}" srcOrd="0" destOrd="0" presId="urn:microsoft.com/office/officeart/2005/8/layout/radial4"/>
    <dgm:cxn modelId="{8DB48A41-6D0B-4469-8D40-5D3146B9DBB9}" type="presOf" srcId="{CB2F22FB-E3BE-4880-9B85-C7C5BF292849}" destId="{4931DC46-82A0-43CF-B106-F172231C6B55}" srcOrd="0" destOrd="0" presId="urn:microsoft.com/office/officeart/2005/8/layout/radial4"/>
    <dgm:cxn modelId="{D97BFA42-3919-46A9-9256-9BA5727F4A34}" type="presOf" srcId="{A4189271-E05C-457D-A055-6FC2A2A0F1EF}" destId="{7BCD5688-487C-4926-A4F3-AD49D58E18CB}" srcOrd="0" destOrd="0" presId="urn:microsoft.com/office/officeart/2005/8/layout/radial4"/>
    <dgm:cxn modelId="{E2DAC943-5E0C-4C28-A967-95A0C63833B0}" srcId="{BF904027-7CB4-4490-94B1-BBAAB5070924}" destId="{4ECAF36E-C432-49B9-B9CA-7312C14AA3AC}" srcOrd="0" destOrd="0" parTransId="{C6F6B153-C0DD-4766-80BF-98C91EB94559}" sibTransId="{3F357B29-DEA6-4327-9B32-0A094D723ED5}"/>
    <dgm:cxn modelId="{3710654D-545B-41B6-BAB4-89423FFD6FB5}" srcId="{4ECAF36E-C432-49B9-B9CA-7312C14AA3AC}" destId="{953091AE-9215-4952-B563-B598C85A98BE}" srcOrd="1" destOrd="0" parTransId="{74A865EC-44BF-42AD-9979-F1A567CCC66E}" sibTransId="{FF311649-A470-4CA3-9DEE-C2CA6F9BC0D3}"/>
    <dgm:cxn modelId="{9F25804D-3FE9-408F-8015-29FF9BC0D8A8}" type="presOf" srcId="{665CFB82-35F1-43D3-A02B-D0C576907D65}" destId="{0F0EF329-C0DD-400D-A066-56D1C13E4456}" srcOrd="0" destOrd="0" presId="urn:microsoft.com/office/officeart/2005/8/layout/radial4"/>
    <dgm:cxn modelId="{55328F7A-FF33-4229-841E-4564DDA672CB}" srcId="{4ECAF36E-C432-49B9-B9CA-7312C14AA3AC}" destId="{CB2F22FB-E3BE-4880-9B85-C7C5BF292849}" srcOrd="4" destOrd="0" parTransId="{20301F58-8CE8-499F-8D2D-D1522C9D6EC7}" sibTransId="{02EF54F9-85FB-48CC-884D-B5DB933E2226}"/>
    <dgm:cxn modelId="{2838F789-8CBB-4C78-89E5-DF4E8A12E3CF}" type="presOf" srcId="{4EAECC86-FF5F-4BDE-9656-78DDAF57E4FE}" destId="{C4B598AD-FA59-4C92-9CE4-541BE6E0B23E}" srcOrd="0" destOrd="0" presId="urn:microsoft.com/office/officeart/2005/8/layout/radial4"/>
    <dgm:cxn modelId="{2F636093-7521-4D9D-A107-5A2344AF4073}" srcId="{4ECAF36E-C432-49B9-B9CA-7312C14AA3AC}" destId="{A4189271-E05C-457D-A055-6FC2A2A0F1EF}" srcOrd="0" destOrd="0" parTransId="{8ACC1060-062C-4C6D-ACF6-4B78A4A660CD}" sibTransId="{4BE7A7A2-234D-4BEA-BE3B-C5838D8BAAD6}"/>
    <dgm:cxn modelId="{D289B394-5D18-4719-B21E-7FB0E696DE6F}" type="presOf" srcId="{1480101A-CEF2-4009-A7D8-FD60AE3D3F00}" destId="{DAB91C29-933E-4FCC-BD71-CA00925F256B}" srcOrd="0" destOrd="0" presId="urn:microsoft.com/office/officeart/2005/8/layout/radial4"/>
    <dgm:cxn modelId="{A3EA519D-B995-46C7-82E4-232DB5AE207F}" type="presOf" srcId="{8ACC1060-062C-4C6D-ACF6-4B78A4A660CD}" destId="{3BB51523-DE57-40BD-9922-91B90AF31793}" srcOrd="0" destOrd="0" presId="urn:microsoft.com/office/officeart/2005/8/layout/radial4"/>
    <dgm:cxn modelId="{BE76AEAF-4FBF-4BFF-AA00-B0559897C6F9}" srcId="{4ECAF36E-C432-49B9-B9CA-7312C14AA3AC}" destId="{8C4BC59E-7FFE-4620-8237-81D6A6B0CEBC}" srcOrd="2" destOrd="0" parTransId="{665CFB82-35F1-43D3-A02B-D0C576907D65}" sibTransId="{C19A2FB0-1741-4F6A-AE26-BFB698AF39EA}"/>
    <dgm:cxn modelId="{8C121AD5-7547-46B3-93D4-B933E92DF912}" type="presOf" srcId="{20301F58-8CE8-499F-8D2D-D1522C9D6EC7}" destId="{0FE26C76-3AC0-4A2A-930C-3A75435BC2E4}" srcOrd="0" destOrd="0" presId="urn:microsoft.com/office/officeart/2005/8/layout/radial4"/>
    <dgm:cxn modelId="{E06AAFD8-F9EA-4AD2-822C-15A33BCAAA28}" type="presOf" srcId="{953091AE-9215-4952-B563-B598C85A98BE}" destId="{349FCF7F-8CB4-4FF6-B777-A344F2F2B232}" srcOrd="0" destOrd="0" presId="urn:microsoft.com/office/officeart/2005/8/layout/radial4"/>
    <dgm:cxn modelId="{A3F209DA-A0DF-42F7-B02B-B4F738384C29}" type="presOf" srcId="{74A865EC-44BF-42AD-9979-F1A567CCC66E}" destId="{2A40A558-9207-4B25-B35A-22C747BE2967}" srcOrd="0" destOrd="0" presId="urn:microsoft.com/office/officeart/2005/8/layout/radial4"/>
    <dgm:cxn modelId="{E33E3FDE-A322-4C58-810C-359CC2D97477}" srcId="{4ECAF36E-C432-49B9-B9CA-7312C14AA3AC}" destId="{55A0F54A-8676-4A5C-9B9D-5B05926F3308}" srcOrd="3" destOrd="0" parTransId="{4EAECC86-FF5F-4BDE-9656-78DDAF57E4FE}" sibTransId="{0E609FE9-3973-4131-8893-80BDB4EDFBA1}"/>
    <dgm:cxn modelId="{7DEC50F3-4685-44D9-B720-A9BDF20427EA}" type="presOf" srcId="{4ECAF36E-C432-49B9-B9CA-7312C14AA3AC}" destId="{25A538A1-1DCB-452A-9D99-C9AA37AC1F13}" srcOrd="0" destOrd="0" presId="urn:microsoft.com/office/officeart/2005/8/layout/radial4"/>
    <dgm:cxn modelId="{7CA98CFA-FACC-43C2-830D-F1701B5EED47}" type="presOf" srcId="{A7EC6A7F-8ABC-4E2A-B319-9ED7CC972F34}" destId="{DFB71CC0-9185-425C-A4C1-8DE04CD84356}" srcOrd="0" destOrd="0" presId="urn:microsoft.com/office/officeart/2005/8/layout/radial4"/>
    <dgm:cxn modelId="{7DE09CFD-93D6-48F2-9B6B-778323E7519F}" srcId="{4ECAF36E-C432-49B9-B9CA-7312C14AA3AC}" destId="{1480101A-CEF2-4009-A7D8-FD60AE3D3F00}" srcOrd="5" destOrd="0" parTransId="{A7EC6A7F-8ABC-4E2A-B319-9ED7CC972F34}" sibTransId="{4E826411-D02B-4909-A9D6-3307E7287DB1}"/>
    <dgm:cxn modelId="{AE33DEA9-96A4-4234-8362-E2D036E39E86}" type="presParOf" srcId="{63D0F561-3EF1-4A9B-ABAF-4537865D8109}" destId="{25A538A1-1DCB-452A-9D99-C9AA37AC1F13}" srcOrd="0" destOrd="0" presId="urn:microsoft.com/office/officeart/2005/8/layout/radial4"/>
    <dgm:cxn modelId="{2E7557FA-43FB-41BB-836A-9D84995D3FA2}" type="presParOf" srcId="{63D0F561-3EF1-4A9B-ABAF-4537865D8109}" destId="{3BB51523-DE57-40BD-9922-91B90AF31793}" srcOrd="1" destOrd="0" presId="urn:microsoft.com/office/officeart/2005/8/layout/radial4"/>
    <dgm:cxn modelId="{9C599DAA-FFA3-459B-8876-CB56FEED002C}" type="presParOf" srcId="{63D0F561-3EF1-4A9B-ABAF-4537865D8109}" destId="{7BCD5688-487C-4926-A4F3-AD49D58E18CB}" srcOrd="2" destOrd="0" presId="urn:microsoft.com/office/officeart/2005/8/layout/radial4"/>
    <dgm:cxn modelId="{EB6A3E76-FA4A-4514-AE7D-EAF1ABC9FBF8}" type="presParOf" srcId="{63D0F561-3EF1-4A9B-ABAF-4537865D8109}" destId="{2A40A558-9207-4B25-B35A-22C747BE2967}" srcOrd="3" destOrd="0" presId="urn:microsoft.com/office/officeart/2005/8/layout/radial4"/>
    <dgm:cxn modelId="{5BCC8143-C070-4636-B1B2-1257B6D2B915}" type="presParOf" srcId="{63D0F561-3EF1-4A9B-ABAF-4537865D8109}" destId="{349FCF7F-8CB4-4FF6-B777-A344F2F2B232}" srcOrd="4" destOrd="0" presId="urn:microsoft.com/office/officeart/2005/8/layout/radial4"/>
    <dgm:cxn modelId="{D39ABD90-5F13-43F7-BB34-F990C1AA8265}" type="presParOf" srcId="{63D0F561-3EF1-4A9B-ABAF-4537865D8109}" destId="{0F0EF329-C0DD-400D-A066-56D1C13E4456}" srcOrd="5" destOrd="0" presId="urn:microsoft.com/office/officeart/2005/8/layout/radial4"/>
    <dgm:cxn modelId="{B9115BB2-5910-4D28-B09F-F3C76C952ADB}" type="presParOf" srcId="{63D0F561-3EF1-4A9B-ABAF-4537865D8109}" destId="{26E056C1-4AB9-4523-BAA2-911997531FD3}" srcOrd="6" destOrd="0" presId="urn:microsoft.com/office/officeart/2005/8/layout/radial4"/>
    <dgm:cxn modelId="{CF26604F-83BE-4248-94B8-1C073211CC60}" type="presParOf" srcId="{63D0F561-3EF1-4A9B-ABAF-4537865D8109}" destId="{C4B598AD-FA59-4C92-9CE4-541BE6E0B23E}" srcOrd="7" destOrd="0" presId="urn:microsoft.com/office/officeart/2005/8/layout/radial4"/>
    <dgm:cxn modelId="{8F093230-CB2C-4590-80C0-E2EED81FDD8D}" type="presParOf" srcId="{63D0F561-3EF1-4A9B-ABAF-4537865D8109}" destId="{DFF59125-0502-45D4-845A-5CC1CA2A0227}" srcOrd="8" destOrd="0" presId="urn:microsoft.com/office/officeart/2005/8/layout/radial4"/>
    <dgm:cxn modelId="{B76361F0-6CB9-47AF-BF73-1F1EC8CC2693}" type="presParOf" srcId="{63D0F561-3EF1-4A9B-ABAF-4537865D8109}" destId="{0FE26C76-3AC0-4A2A-930C-3A75435BC2E4}" srcOrd="9" destOrd="0" presId="urn:microsoft.com/office/officeart/2005/8/layout/radial4"/>
    <dgm:cxn modelId="{3043CB70-4DBD-4CD4-AE9B-D7AE3E2DC20C}" type="presParOf" srcId="{63D0F561-3EF1-4A9B-ABAF-4537865D8109}" destId="{4931DC46-82A0-43CF-B106-F172231C6B55}" srcOrd="10" destOrd="0" presId="urn:microsoft.com/office/officeart/2005/8/layout/radial4"/>
    <dgm:cxn modelId="{5C26AAB9-D00C-4EE8-800B-F580E22589E3}" type="presParOf" srcId="{63D0F561-3EF1-4A9B-ABAF-4537865D8109}" destId="{DFB71CC0-9185-425C-A4C1-8DE04CD84356}" srcOrd="11" destOrd="0" presId="urn:microsoft.com/office/officeart/2005/8/layout/radial4"/>
    <dgm:cxn modelId="{AD843914-10DA-4236-A6D2-F5AF643D0751}" type="presParOf" srcId="{63D0F561-3EF1-4A9B-ABAF-4537865D8109}" destId="{DAB91C29-933E-4FCC-BD71-CA00925F256B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1E25ACAC-F472-4683-9D93-A9C84E2D3383}" type="doc">
      <dgm:prSet loTypeId="urn:microsoft.com/office/officeart/2009/3/layout/StepUpProcess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3604EF-4C81-436F-A110-C2D8CF873DD6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8FDBF99-64DB-4B50-84AA-9C278B364F0C}" type="par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A198B5A-4BBE-4482-A767-64E58E57333F}" type="sibTrans" cxnId="{0AE7D4B3-0D04-4F92-AD49-9F768354A91A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B8DE07D1-5530-4B79-89D3-DFA202C3C328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C6BB605-2200-4881-9BD4-77CCBA513FBC}" type="par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D47584B-0491-45C1-97AB-BF206B5F78A8}" type="sibTrans" cxnId="{7BC41989-0790-4ACA-BBC4-FC78F132BF66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7AD4B247-CE63-49EC-84BB-1201BDB8B43D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1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b="1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668695E-D829-471C-AC10-661946DDC740}" type="par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BF2C316-29B6-4C46-BDAA-AFB2E55EB5AF}" type="sibTrans" cxnId="{0E9A381F-A8BF-4479-B035-BE635C31CE99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F2273D0-51C7-46B6-84E5-287A1AF69FB5}">
      <dgm:prSet phldrT="[Text]"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C36DC3-A6D4-40F5-920C-8031DA7A21B4}" type="par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045532E-537A-4AA2-9896-8362A964D0C7}" type="sibTrans" cxnId="{7FC6579F-7F90-4F71-B2B3-0E70314E34A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EE5724D-F9BF-4FCB-A0FA-B94D87A5EF35}">
      <dgm:prSet custT="1"/>
      <dgm:spPr/>
      <dgm:t>
        <a:bodyPr/>
        <a:lstStyle/>
        <a:p>
          <a:pPr rtl="1">
            <a:lnSpc>
              <a:spcPts val="3100"/>
            </a:lnSpc>
            <a:spcBef>
              <a:spcPts val="600"/>
            </a:spcBef>
          </a:pPr>
          <a:r>
            <a:rPr lang="fa-IR" sz="3200" b="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b="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1D1AC5C-38B6-4132-A117-D847E8FE0DFE}" type="par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365ABA2-9B79-4149-BE2F-73D735F3A4C7}" type="sibTrans" cxnId="{F676A6CF-4314-4E7E-B7F7-6D6B9F793315}">
      <dgm:prSet/>
      <dgm:spPr/>
      <dgm:t>
        <a:bodyPr/>
        <a:lstStyle/>
        <a:p>
          <a:pPr rtl="1"/>
          <a:endParaRPr lang="en-US" sz="32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DC8559C4-587C-4BB8-A872-78AE3DB83960}" type="pres">
      <dgm:prSet presAssocID="{1E25ACAC-F472-4683-9D93-A9C84E2D3383}" presName="rootnode" presStyleCnt="0">
        <dgm:presLayoutVars>
          <dgm:chMax/>
          <dgm:chPref/>
          <dgm:dir/>
          <dgm:animLvl val="lvl"/>
        </dgm:presLayoutVars>
      </dgm:prSet>
      <dgm:spPr/>
    </dgm:pt>
    <dgm:pt modelId="{3B0E19FC-E3C0-4138-9A48-BC0D2424E1E4}" type="pres">
      <dgm:prSet presAssocID="{AD3604EF-4C81-436F-A110-C2D8CF873DD6}" presName="composite" presStyleCnt="0"/>
      <dgm:spPr/>
    </dgm:pt>
    <dgm:pt modelId="{C812CB3C-0340-43CF-A198-8CED48458631}" type="pres">
      <dgm:prSet presAssocID="{AD3604EF-4C81-436F-A110-C2D8CF873DD6}" presName="LShape" presStyleLbl="alignNode1" presStyleIdx="0" presStyleCnt="9"/>
      <dgm:spPr>
        <a:solidFill>
          <a:srgbClr val="7A364B"/>
        </a:solidFill>
        <a:ln>
          <a:noFill/>
        </a:ln>
      </dgm:spPr>
    </dgm:pt>
    <dgm:pt modelId="{B8B1D505-CF74-4719-ACF9-459B767E3307}" type="pres">
      <dgm:prSet presAssocID="{AD3604EF-4C81-436F-A110-C2D8CF873DD6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8CB1DA42-4248-472D-A039-1A258F25934A}" type="pres">
      <dgm:prSet presAssocID="{AD3604EF-4C81-436F-A110-C2D8CF873DD6}" presName="Triangle" presStyleLbl="alignNode1" presStyleIdx="1" presStyleCnt="9"/>
      <dgm:spPr>
        <a:solidFill>
          <a:srgbClr val="374183"/>
        </a:solidFill>
      </dgm:spPr>
    </dgm:pt>
    <dgm:pt modelId="{A9457D96-B755-4312-B27A-14F92B2492B9}" type="pres">
      <dgm:prSet presAssocID="{4A198B5A-4BBE-4482-A767-64E58E57333F}" presName="sibTrans" presStyleCnt="0"/>
      <dgm:spPr/>
    </dgm:pt>
    <dgm:pt modelId="{E5D7204D-EFBE-4570-AA30-56B2B06D3729}" type="pres">
      <dgm:prSet presAssocID="{4A198B5A-4BBE-4482-A767-64E58E57333F}" presName="space" presStyleCnt="0"/>
      <dgm:spPr/>
    </dgm:pt>
    <dgm:pt modelId="{E54F54BD-4AEB-4DFA-B3DC-D928BE0BA9AA}" type="pres">
      <dgm:prSet presAssocID="{B8DE07D1-5530-4B79-89D3-DFA202C3C328}" presName="composite" presStyleCnt="0"/>
      <dgm:spPr/>
    </dgm:pt>
    <dgm:pt modelId="{21B4FA9E-32F9-46C1-9FF7-CBD2CE92CD42}" type="pres">
      <dgm:prSet presAssocID="{B8DE07D1-5530-4B79-89D3-DFA202C3C328}" presName="LShape" presStyleLbl="alignNode1" presStyleIdx="2" presStyleCnt="9"/>
      <dgm:spPr>
        <a:solidFill>
          <a:srgbClr val="7A364B"/>
        </a:solidFill>
        <a:ln>
          <a:noFill/>
        </a:ln>
      </dgm:spPr>
    </dgm:pt>
    <dgm:pt modelId="{6C1F6867-68E1-43FE-B352-330C8C101CC0}" type="pres">
      <dgm:prSet presAssocID="{B8DE07D1-5530-4B79-89D3-DFA202C3C328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510F7C7B-EB4A-4A1C-9855-9724ABA5C69D}" type="pres">
      <dgm:prSet presAssocID="{B8DE07D1-5530-4B79-89D3-DFA202C3C328}" presName="Triangle" presStyleLbl="alignNode1" presStyleIdx="3" presStyleCnt="9"/>
      <dgm:spPr>
        <a:solidFill>
          <a:srgbClr val="374183"/>
        </a:solidFill>
      </dgm:spPr>
    </dgm:pt>
    <dgm:pt modelId="{C6CF9954-EE6F-4016-ABFE-AEFBC3D0FBB6}" type="pres">
      <dgm:prSet presAssocID="{0D47584B-0491-45C1-97AB-BF206B5F78A8}" presName="sibTrans" presStyleCnt="0"/>
      <dgm:spPr/>
    </dgm:pt>
    <dgm:pt modelId="{FA3B2954-05B0-44A2-9C31-6E38DBF051B0}" type="pres">
      <dgm:prSet presAssocID="{0D47584B-0491-45C1-97AB-BF206B5F78A8}" presName="space" presStyleCnt="0"/>
      <dgm:spPr/>
    </dgm:pt>
    <dgm:pt modelId="{8D7622A8-1532-47BD-B6F8-8A1EB7924DD0}" type="pres">
      <dgm:prSet presAssocID="{9F2273D0-51C7-46B6-84E5-287A1AF69FB5}" presName="composite" presStyleCnt="0"/>
      <dgm:spPr/>
    </dgm:pt>
    <dgm:pt modelId="{C8400550-72AC-4E67-B438-B3D39895F942}" type="pres">
      <dgm:prSet presAssocID="{9F2273D0-51C7-46B6-84E5-287A1AF69FB5}" presName="LShape" presStyleLbl="alignNode1" presStyleIdx="4" presStyleCnt="9"/>
      <dgm:spPr>
        <a:solidFill>
          <a:srgbClr val="7A364B"/>
        </a:solidFill>
        <a:ln>
          <a:noFill/>
        </a:ln>
      </dgm:spPr>
    </dgm:pt>
    <dgm:pt modelId="{83159A42-36AD-480F-8CB9-15DDDF45A5B9}" type="pres">
      <dgm:prSet presAssocID="{9F2273D0-51C7-46B6-84E5-287A1AF69FB5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42AA2FE6-FBE5-4BCF-A215-9F4E63E2F49B}" type="pres">
      <dgm:prSet presAssocID="{9F2273D0-51C7-46B6-84E5-287A1AF69FB5}" presName="Triangle" presStyleLbl="alignNode1" presStyleIdx="5" presStyleCnt="9"/>
      <dgm:spPr>
        <a:solidFill>
          <a:srgbClr val="374183"/>
        </a:solidFill>
      </dgm:spPr>
    </dgm:pt>
    <dgm:pt modelId="{19B74EE6-E2C3-47FB-A4EC-B0703AF9552A}" type="pres">
      <dgm:prSet presAssocID="{3045532E-537A-4AA2-9896-8362A964D0C7}" presName="sibTrans" presStyleCnt="0"/>
      <dgm:spPr/>
    </dgm:pt>
    <dgm:pt modelId="{5812B38B-7435-4B46-9764-558D93BDC873}" type="pres">
      <dgm:prSet presAssocID="{3045532E-537A-4AA2-9896-8362A964D0C7}" presName="space" presStyleCnt="0"/>
      <dgm:spPr/>
    </dgm:pt>
    <dgm:pt modelId="{BA72CBFE-E8C0-469E-8A4A-2756415740FC}" type="pres">
      <dgm:prSet presAssocID="{CEE5724D-F9BF-4FCB-A0FA-B94D87A5EF35}" presName="composite" presStyleCnt="0"/>
      <dgm:spPr/>
    </dgm:pt>
    <dgm:pt modelId="{27FA66C9-B787-449A-A989-19441E9EAD5B}" type="pres">
      <dgm:prSet presAssocID="{CEE5724D-F9BF-4FCB-A0FA-B94D87A5EF35}" presName="LShape" presStyleLbl="alignNode1" presStyleIdx="6" presStyleCnt="9"/>
      <dgm:spPr>
        <a:solidFill>
          <a:srgbClr val="7A364B"/>
        </a:solidFill>
        <a:ln>
          <a:noFill/>
        </a:ln>
      </dgm:spPr>
    </dgm:pt>
    <dgm:pt modelId="{076F701D-F089-4F60-BC5C-045696C09C60}" type="pres">
      <dgm:prSet presAssocID="{CEE5724D-F9BF-4FCB-A0FA-B94D87A5EF35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50E75A68-B861-4F09-B3F5-58A68E30711B}" type="pres">
      <dgm:prSet presAssocID="{CEE5724D-F9BF-4FCB-A0FA-B94D87A5EF35}" presName="Triangle" presStyleLbl="alignNode1" presStyleIdx="7" presStyleCnt="9"/>
      <dgm:spPr>
        <a:solidFill>
          <a:srgbClr val="374183"/>
        </a:solidFill>
      </dgm:spPr>
    </dgm:pt>
    <dgm:pt modelId="{BE647094-8634-4AED-879E-20757EDEB1CA}" type="pres">
      <dgm:prSet presAssocID="{0365ABA2-9B79-4149-BE2F-73D735F3A4C7}" presName="sibTrans" presStyleCnt="0"/>
      <dgm:spPr/>
    </dgm:pt>
    <dgm:pt modelId="{A40A3248-83B9-4992-A48B-C6AF46EE373E}" type="pres">
      <dgm:prSet presAssocID="{0365ABA2-9B79-4149-BE2F-73D735F3A4C7}" presName="space" presStyleCnt="0"/>
      <dgm:spPr/>
    </dgm:pt>
    <dgm:pt modelId="{7843ABB2-801E-45C4-9DAC-A0E16BF92032}" type="pres">
      <dgm:prSet presAssocID="{7AD4B247-CE63-49EC-84BB-1201BDB8B43D}" presName="composite" presStyleCnt="0"/>
      <dgm:spPr/>
    </dgm:pt>
    <dgm:pt modelId="{193D7A29-E9C8-416A-818F-3B37F0790590}" type="pres">
      <dgm:prSet presAssocID="{7AD4B247-CE63-49EC-84BB-1201BDB8B43D}" presName="LShape" presStyleLbl="alignNode1" presStyleIdx="8" presStyleCnt="9"/>
      <dgm:spPr>
        <a:solidFill>
          <a:srgbClr val="7A364B"/>
        </a:solidFill>
        <a:ln>
          <a:noFill/>
        </a:ln>
      </dgm:spPr>
    </dgm:pt>
    <dgm:pt modelId="{13B05E4F-D54C-4634-A8D4-7CD053159DE0}" type="pres">
      <dgm:prSet presAssocID="{7AD4B247-CE63-49EC-84BB-1201BDB8B43D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4928D306-89BF-45A9-9AA8-F464B80A6362}" type="presOf" srcId="{7AD4B247-CE63-49EC-84BB-1201BDB8B43D}" destId="{13B05E4F-D54C-4634-A8D4-7CD053159DE0}" srcOrd="0" destOrd="0" presId="urn:microsoft.com/office/officeart/2009/3/layout/StepUpProcess"/>
    <dgm:cxn modelId="{960B8019-97BF-4FD0-BE73-5A10653393BE}" type="presOf" srcId="{AD3604EF-4C81-436F-A110-C2D8CF873DD6}" destId="{B8B1D505-CF74-4719-ACF9-459B767E3307}" srcOrd="0" destOrd="0" presId="urn:microsoft.com/office/officeart/2009/3/layout/StepUpProcess"/>
    <dgm:cxn modelId="{0E9A381F-A8BF-4479-B035-BE635C31CE99}" srcId="{1E25ACAC-F472-4683-9D93-A9C84E2D3383}" destId="{7AD4B247-CE63-49EC-84BB-1201BDB8B43D}" srcOrd="4" destOrd="0" parTransId="{1668695E-D829-471C-AC10-661946DDC740}" sibTransId="{8BF2C316-29B6-4C46-BDAA-AFB2E55EB5AF}"/>
    <dgm:cxn modelId="{1EBE0121-D9DF-441E-81C6-04C0C4EF972F}" type="presOf" srcId="{9F2273D0-51C7-46B6-84E5-287A1AF69FB5}" destId="{83159A42-36AD-480F-8CB9-15DDDF45A5B9}" srcOrd="0" destOrd="0" presId="urn:microsoft.com/office/officeart/2009/3/layout/StepUpProcess"/>
    <dgm:cxn modelId="{69987B73-139A-4C30-AC55-7CAB83997822}" type="presOf" srcId="{CEE5724D-F9BF-4FCB-A0FA-B94D87A5EF35}" destId="{076F701D-F089-4F60-BC5C-045696C09C60}" srcOrd="0" destOrd="0" presId="urn:microsoft.com/office/officeart/2009/3/layout/StepUpProcess"/>
    <dgm:cxn modelId="{7BC41989-0790-4ACA-BBC4-FC78F132BF66}" srcId="{1E25ACAC-F472-4683-9D93-A9C84E2D3383}" destId="{B8DE07D1-5530-4B79-89D3-DFA202C3C328}" srcOrd="1" destOrd="0" parTransId="{6C6BB605-2200-4881-9BD4-77CCBA513FBC}" sibTransId="{0D47584B-0491-45C1-97AB-BF206B5F78A8}"/>
    <dgm:cxn modelId="{2A372A8E-B68E-4A2C-8F26-8A881C4C34D0}" type="presOf" srcId="{B8DE07D1-5530-4B79-89D3-DFA202C3C328}" destId="{6C1F6867-68E1-43FE-B352-330C8C101CC0}" srcOrd="0" destOrd="0" presId="urn:microsoft.com/office/officeart/2009/3/layout/StepUpProcess"/>
    <dgm:cxn modelId="{7FC6579F-7F90-4F71-B2B3-0E70314E34A5}" srcId="{1E25ACAC-F472-4683-9D93-A9C84E2D3383}" destId="{9F2273D0-51C7-46B6-84E5-287A1AF69FB5}" srcOrd="2" destOrd="0" parTransId="{A4C36DC3-A6D4-40F5-920C-8031DA7A21B4}" sibTransId="{3045532E-537A-4AA2-9896-8362A964D0C7}"/>
    <dgm:cxn modelId="{0F94F7A9-D24B-406E-84FA-BAA215B524A2}" type="presOf" srcId="{1E25ACAC-F472-4683-9D93-A9C84E2D3383}" destId="{DC8559C4-587C-4BB8-A872-78AE3DB83960}" srcOrd="0" destOrd="0" presId="urn:microsoft.com/office/officeart/2009/3/layout/StepUpProcess"/>
    <dgm:cxn modelId="{0AE7D4B3-0D04-4F92-AD49-9F768354A91A}" srcId="{1E25ACAC-F472-4683-9D93-A9C84E2D3383}" destId="{AD3604EF-4C81-436F-A110-C2D8CF873DD6}" srcOrd="0" destOrd="0" parTransId="{68FDBF99-64DB-4B50-84AA-9C278B364F0C}" sibTransId="{4A198B5A-4BBE-4482-A767-64E58E57333F}"/>
    <dgm:cxn modelId="{F676A6CF-4314-4E7E-B7F7-6D6B9F793315}" srcId="{1E25ACAC-F472-4683-9D93-A9C84E2D3383}" destId="{CEE5724D-F9BF-4FCB-A0FA-B94D87A5EF35}" srcOrd="3" destOrd="0" parTransId="{F1D1AC5C-38B6-4132-A117-D847E8FE0DFE}" sibTransId="{0365ABA2-9B79-4149-BE2F-73D735F3A4C7}"/>
    <dgm:cxn modelId="{9B214C9A-DDD3-48E3-BCF1-9ECEB19F3ABB}" type="presParOf" srcId="{DC8559C4-587C-4BB8-A872-78AE3DB83960}" destId="{3B0E19FC-E3C0-4138-9A48-BC0D2424E1E4}" srcOrd="0" destOrd="0" presId="urn:microsoft.com/office/officeart/2009/3/layout/StepUpProcess"/>
    <dgm:cxn modelId="{8364BC68-83EE-4876-99C0-BB47052A94E4}" type="presParOf" srcId="{3B0E19FC-E3C0-4138-9A48-BC0D2424E1E4}" destId="{C812CB3C-0340-43CF-A198-8CED48458631}" srcOrd="0" destOrd="0" presId="urn:microsoft.com/office/officeart/2009/3/layout/StepUpProcess"/>
    <dgm:cxn modelId="{1DFD21EA-6D00-4163-857E-169AF618E601}" type="presParOf" srcId="{3B0E19FC-E3C0-4138-9A48-BC0D2424E1E4}" destId="{B8B1D505-CF74-4719-ACF9-459B767E3307}" srcOrd="1" destOrd="0" presId="urn:microsoft.com/office/officeart/2009/3/layout/StepUpProcess"/>
    <dgm:cxn modelId="{9D37E578-7E23-4CFA-B736-941088BB07DC}" type="presParOf" srcId="{3B0E19FC-E3C0-4138-9A48-BC0D2424E1E4}" destId="{8CB1DA42-4248-472D-A039-1A258F25934A}" srcOrd="2" destOrd="0" presId="urn:microsoft.com/office/officeart/2009/3/layout/StepUpProcess"/>
    <dgm:cxn modelId="{A340DC0C-82CE-4998-B260-D3620DE61BE2}" type="presParOf" srcId="{DC8559C4-587C-4BB8-A872-78AE3DB83960}" destId="{A9457D96-B755-4312-B27A-14F92B2492B9}" srcOrd="1" destOrd="0" presId="urn:microsoft.com/office/officeart/2009/3/layout/StepUpProcess"/>
    <dgm:cxn modelId="{87869829-1CB7-4C96-AC7D-26E77B2AD0D7}" type="presParOf" srcId="{A9457D96-B755-4312-B27A-14F92B2492B9}" destId="{E5D7204D-EFBE-4570-AA30-56B2B06D3729}" srcOrd="0" destOrd="0" presId="urn:microsoft.com/office/officeart/2009/3/layout/StepUpProcess"/>
    <dgm:cxn modelId="{331702AF-0848-4F95-B315-BFF777CF7E2C}" type="presParOf" srcId="{DC8559C4-587C-4BB8-A872-78AE3DB83960}" destId="{E54F54BD-4AEB-4DFA-B3DC-D928BE0BA9AA}" srcOrd="2" destOrd="0" presId="urn:microsoft.com/office/officeart/2009/3/layout/StepUpProcess"/>
    <dgm:cxn modelId="{DDA697BB-3197-44E8-87D3-845305F9F4A9}" type="presParOf" srcId="{E54F54BD-4AEB-4DFA-B3DC-D928BE0BA9AA}" destId="{21B4FA9E-32F9-46C1-9FF7-CBD2CE92CD42}" srcOrd="0" destOrd="0" presId="urn:microsoft.com/office/officeart/2009/3/layout/StepUpProcess"/>
    <dgm:cxn modelId="{712CA0F1-6501-4E7D-BF36-7D81A3F4CF00}" type="presParOf" srcId="{E54F54BD-4AEB-4DFA-B3DC-D928BE0BA9AA}" destId="{6C1F6867-68E1-43FE-B352-330C8C101CC0}" srcOrd="1" destOrd="0" presId="urn:microsoft.com/office/officeart/2009/3/layout/StepUpProcess"/>
    <dgm:cxn modelId="{A8013C13-5021-4643-9F09-D26D5C8E217D}" type="presParOf" srcId="{E54F54BD-4AEB-4DFA-B3DC-D928BE0BA9AA}" destId="{510F7C7B-EB4A-4A1C-9855-9724ABA5C69D}" srcOrd="2" destOrd="0" presId="urn:microsoft.com/office/officeart/2009/3/layout/StepUpProcess"/>
    <dgm:cxn modelId="{EB3BFA7A-DCD4-422E-AB3D-E0C4C18ED273}" type="presParOf" srcId="{DC8559C4-587C-4BB8-A872-78AE3DB83960}" destId="{C6CF9954-EE6F-4016-ABFE-AEFBC3D0FBB6}" srcOrd="3" destOrd="0" presId="urn:microsoft.com/office/officeart/2009/3/layout/StepUpProcess"/>
    <dgm:cxn modelId="{BC74CA1D-DF1C-493B-9023-F2837BA0BD3E}" type="presParOf" srcId="{C6CF9954-EE6F-4016-ABFE-AEFBC3D0FBB6}" destId="{FA3B2954-05B0-44A2-9C31-6E38DBF051B0}" srcOrd="0" destOrd="0" presId="urn:microsoft.com/office/officeart/2009/3/layout/StepUpProcess"/>
    <dgm:cxn modelId="{7B5DC4BA-ACCD-476F-8C78-B0F4338C66C4}" type="presParOf" srcId="{DC8559C4-587C-4BB8-A872-78AE3DB83960}" destId="{8D7622A8-1532-47BD-B6F8-8A1EB7924DD0}" srcOrd="4" destOrd="0" presId="urn:microsoft.com/office/officeart/2009/3/layout/StepUpProcess"/>
    <dgm:cxn modelId="{59F56EE4-C408-4C29-A8B3-71D81C9A5E94}" type="presParOf" srcId="{8D7622A8-1532-47BD-B6F8-8A1EB7924DD0}" destId="{C8400550-72AC-4E67-B438-B3D39895F942}" srcOrd="0" destOrd="0" presId="urn:microsoft.com/office/officeart/2009/3/layout/StepUpProcess"/>
    <dgm:cxn modelId="{267000DA-6CCE-4B3B-9DAE-3E14E2792745}" type="presParOf" srcId="{8D7622A8-1532-47BD-B6F8-8A1EB7924DD0}" destId="{83159A42-36AD-480F-8CB9-15DDDF45A5B9}" srcOrd="1" destOrd="0" presId="urn:microsoft.com/office/officeart/2009/3/layout/StepUpProcess"/>
    <dgm:cxn modelId="{F769EABB-0FD2-4A06-9BBC-14A2FE874865}" type="presParOf" srcId="{8D7622A8-1532-47BD-B6F8-8A1EB7924DD0}" destId="{42AA2FE6-FBE5-4BCF-A215-9F4E63E2F49B}" srcOrd="2" destOrd="0" presId="urn:microsoft.com/office/officeart/2009/3/layout/StepUpProcess"/>
    <dgm:cxn modelId="{85997141-ED07-4C4D-8354-6B9D2B2A9D39}" type="presParOf" srcId="{DC8559C4-587C-4BB8-A872-78AE3DB83960}" destId="{19B74EE6-E2C3-47FB-A4EC-B0703AF9552A}" srcOrd="5" destOrd="0" presId="urn:microsoft.com/office/officeart/2009/3/layout/StepUpProcess"/>
    <dgm:cxn modelId="{68DCE648-03C7-471E-B0DE-7509D16476C2}" type="presParOf" srcId="{19B74EE6-E2C3-47FB-A4EC-B0703AF9552A}" destId="{5812B38B-7435-4B46-9764-558D93BDC873}" srcOrd="0" destOrd="0" presId="urn:microsoft.com/office/officeart/2009/3/layout/StepUpProcess"/>
    <dgm:cxn modelId="{FB5732F1-9E90-4804-AFFB-F818AB7A658E}" type="presParOf" srcId="{DC8559C4-587C-4BB8-A872-78AE3DB83960}" destId="{BA72CBFE-E8C0-469E-8A4A-2756415740FC}" srcOrd="6" destOrd="0" presId="urn:microsoft.com/office/officeart/2009/3/layout/StepUpProcess"/>
    <dgm:cxn modelId="{D25E0994-87F8-467D-A91B-C61197015B82}" type="presParOf" srcId="{BA72CBFE-E8C0-469E-8A4A-2756415740FC}" destId="{27FA66C9-B787-449A-A989-19441E9EAD5B}" srcOrd="0" destOrd="0" presId="urn:microsoft.com/office/officeart/2009/3/layout/StepUpProcess"/>
    <dgm:cxn modelId="{9C3AA463-63DD-495E-A499-AACA5DF7AFA6}" type="presParOf" srcId="{BA72CBFE-E8C0-469E-8A4A-2756415740FC}" destId="{076F701D-F089-4F60-BC5C-045696C09C60}" srcOrd="1" destOrd="0" presId="urn:microsoft.com/office/officeart/2009/3/layout/StepUpProcess"/>
    <dgm:cxn modelId="{D522716C-B20D-40A6-9F30-2009BCC83BB3}" type="presParOf" srcId="{BA72CBFE-E8C0-469E-8A4A-2756415740FC}" destId="{50E75A68-B861-4F09-B3F5-58A68E30711B}" srcOrd="2" destOrd="0" presId="urn:microsoft.com/office/officeart/2009/3/layout/StepUpProcess"/>
    <dgm:cxn modelId="{A19ED6DE-DD64-48EA-8D7C-DAA84A95AC02}" type="presParOf" srcId="{DC8559C4-587C-4BB8-A872-78AE3DB83960}" destId="{BE647094-8634-4AED-879E-20757EDEB1CA}" srcOrd="7" destOrd="0" presId="urn:microsoft.com/office/officeart/2009/3/layout/StepUpProcess"/>
    <dgm:cxn modelId="{58CE4D47-7E51-4857-B89C-71AF42AAD61E}" type="presParOf" srcId="{BE647094-8634-4AED-879E-20757EDEB1CA}" destId="{A40A3248-83B9-4992-A48B-C6AF46EE373E}" srcOrd="0" destOrd="0" presId="urn:microsoft.com/office/officeart/2009/3/layout/StepUpProcess"/>
    <dgm:cxn modelId="{D23B370C-2BE5-48A3-B8A9-E163704C6A15}" type="presParOf" srcId="{DC8559C4-587C-4BB8-A872-78AE3DB83960}" destId="{7843ABB2-801E-45C4-9DAC-A0E16BF92032}" srcOrd="8" destOrd="0" presId="urn:microsoft.com/office/officeart/2009/3/layout/StepUpProcess"/>
    <dgm:cxn modelId="{8C918004-411D-4B7A-9FD1-C931B5888E81}" type="presParOf" srcId="{7843ABB2-801E-45C4-9DAC-A0E16BF92032}" destId="{193D7A29-E9C8-416A-818F-3B37F0790590}" srcOrd="0" destOrd="0" presId="urn:microsoft.com/office/officeart/2009/3/layout/StepUpProcess"/>
    <dgm:cxn modelId="{43A12AA0-4FF9-4E8B-9E65-9DDFA580D753}" type="presParOf" srcId="{7843ABB2-801E-45C4-9DAC-A0E16BF92032}" destId="{13B05E4F-D54C-4634-A8D4-7CD053159DE0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5019691-B006-4F2B-8143-D18EA3678E08}" type="doc">
      <dgm:prSet loTypeId="urn:microsoft.com/office/officeart/2009/3/layout/FramedTextPicture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42A7DE-2ABE-4630-885D-40B4DDF8BA02}">
      <dgm:prSet phldrT="[Text]" custT="1"/>
      <dgm:spPr/>
      <dgm:t>
        <a:bodyPr/>
        <a:lstStyle/>
        <a:p>
          <a:pPr rtl="1"/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وفاداری مشتری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،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نتیجه‌ی تجربه‌ای فراتر از انتظار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ش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است.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rtl="1"/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جان جانسون، مشاور بازاریابی و مدیر کسب‌وکارهای خدماتی</a:t>
          </a:r>
          <a:endParaRPr lang="en-US" sz="1600" b="1" i="1" kern="1200" dirty="0">
            <a:solidFill>
              <a:srgbClr val="5A2837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3214BB91-13A9-43D4-BB81-3A3F2DC86B9B}" type="parTrans" cxnId="{F20A4D64-8453-41BF-B1CA-C8CF347E3FAC}">
      <dgm:prSet/>
      <dgm:spPr/>
      <dgm:t>
        <a:bodyPr/>
        <a:lstStyle/>
        <a:p>
          <a:endParaRPr lang="en-US"/>
        </a:p>
      </dgm:t>
    </dgm:pt>
    <dgm:pt modelId="{F2CDC7D7-6AA9-487C-B7C6-9DB31D8ADD9F}" type="sibTrans" cxnId="{F20A4D64-8453-41BF-B1CA-C8CF347E3FAC}">
      <dgm:prSet/>
      <dgm:spPr/>
      <dgm:t>
        <a:bodyPr/>
        <a:lstStyle/>
        <a:p>
          <a:endParaRPr lang="en-US"/>
        </a:p>
      </dgm:t>
    </dgm:pt>
    <dgm:pt modelId="{A3117AD7-3F07-4F86-ABE1-CE0186C660FA}" type="pres">
      <dgm:prSet presAssocID="{05019691-B006-4F2B-8143-D18EA3678E08}" presName="Name0" presStyleCnt="0">
        <dgm:presLayoutVars>
          <dgm:chMax/>
          <dgm:chPref/>
          <dgm:dir/>
        </dgm:presLayoutVars>
      </dgm:prSet>
      <dgm:spPr/>
    </dgm:pt>
    <dgm:pt modelId="{8D9CB3EE-99D5-415D-826D-CD050F2916B8}" type="pres">
      <dgm:prSet presAssocID="{8542A7DE-2ABE-4630-885D-40B4DDF8BA02}" presName="composite" presStyleCnt="0">
        <dgm:presLayoutVars>
          <dgm:chMax/>
          <dgm:chPref/>
        </dgm:presLayoutVars>
      </dgm:prSet>
      <dgm:spPr/>
    </dgm:pt>
    <dgm:pt modelId="{C55234E0-EF8C-4E4D-96DD-7FF7BA3D21AC}" type="pres">
      <dgm:prSet presAssocID="{8542A7DE-2ABE-4630-885D-40B4DDF8BA02}" presName="Image" presStyleLbl="bgImgPlace1" presStyleIdx="0" presStyleCnt="1" custScaleX="97634" custScaleY="99932" custLinFactNeighborX="-591" custLinFactNeighborY="194"/>
      <dgm:spPr>
        <a:blipFill dpi="0" rotWithShape="1">
          <a:blip xmlns:r="http://schemas.openxmlformats.org/officeDocument/2006/relationships" r:embed="rId1"/>
          <a:srcRect/>
          <a:stretch>
            <a:fillRect l="15882" r="15882"/>
          </a:stretch>
        </a:blipFill>
      </dgm:spPr>
    </dgm:pt>
    <dgm:pt modelId="{CCF2021B-7703-494A-A006-C90554F9195B}" type="pres">
      <dgm:prSet presAssocID="{8542A7DE-2ABE-4630-885D-40B4DDF8BA02}" presName="Parent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86017D9-5C56-4133-8D89-5670CC19F0A7}" type="pres">
      <dgm:prSet presAssocID="{8542A7DE-2ABE-4630-885D-40B4DDF8BA02}" presName="tlFrame" presStyleLbl="node1" presStyleIdx="0" presStyleCnt="4"/>
      <dgm:spPr/>
    </dgm:pt>
    <dgm:pt modelId="{9039BA9F-65CE-4A91-9886-662A2BA53E47}" type="pres">
      <dgm:prSet presAssocID="{8542A7DE-2ABE-4630-885D-40B4DDF8BA02}" presName="trFrame" presStyleLbl="node1" presStyleIdx="1" presStyleCnt="4"/>
      <dgm:spPr/>
    </dgm:pt>
    <dgm:pt modelId="{7491CE31-F653-4A9E-970F-9CF66832A2C9}" type="pres">
      <dgm:prSet presAssocID="{8542A7DE-2ABE-4630-885D-40B4DDF8BA02}" presName="blFrame" presStyleLbl="node1" presStyleIdx="2" presStyleCnt="4"/>
      <dgm:spPr/>
    </dgm:pt>
    <dgm:pt modelId="{741ED2E7-D777-4FE7-AA5A-30E242E7B445}" type="pres">
      <dgm:prSet presAssocID="{8542A7DE-2ABE-4630-885D-40B4DDF8BA02}" presName="brFrame" presStyleLbl="node1" presStyleIdx="3" presStyleCnt="4"/>
      <dgm:spPr/>
    </dgm:pt>
  </dgm:ptLst>
  <dgm:cxnLst>
    <dgm:cxn modelId="{01F4E20E-ED7A-4716-9AF9-7B22FEAD3D7E}" type="presOf" srcId="{8542A7DE-2ABE-4630-885D-40B4DDF8BA02}" destId="{CCF2021B-7703-494A-A006-C90554F9195B}" srcOrd="0" destOrd="0" presId="urn:microsoft.com/office/officeart/2009/3/layout/FramedTextPicture"/>
    <dgm:cxn modelId="{F20A4D64-8453-41BF-B1CA-C8CF347E3FAC}" srcId="{05019691-B006-4F2B-8143-D18EA3678E08}" destId="{8542A7DE-2ABE-4630-885D-40B4DDF8BA02}" srcOrd="0" destOrd="0" parTransId="{3214BB91-13A9-43D4-BB81-3A3F2DC86B9B}" sibTransId="{F2CDC7D7-6AA9-487C-B7C6-9DB31D8ADD9F}"/>
    <dgm:cxn modelId="{55CAC57A-5B99-44E0-AC51-3BD9879D0507}" type="presOf" srcId="{05019691-B006-4F2B-8143-D18EA3678E08}" destId="{A3117AD7-3F07-4F86-ABE1-CE0186C660FA}" srcOrd="0" destOrd="0" presId="urn:microsoft.com/office/officeart/2009/3/layout/FramedTextPicture"/>
    <dgm:cxn modelId="{9564D703-635C-4B81-A43E-03B9ADECAA5C}" type="presParOf" srcId="{A3117AD7-3F07-4F86-ABE1-CE0186C660FA}" destId="{8D9CB3EE-99D5-415D-826D-CD050F2916B8}" srcOrd="0" destOrd="0" presId="urn:microsoft.com/office/officeart/2009/3/layout/FramedTextPicture"/>
    <dgm:cxn modelId="{F07B7A1C-0922-4DEE-BA83-B65D7BB9D47D}" type="presParOf" srcId="{8D9CB3EE-99D5-415D-826D-CD050F2916B8}" destId="{C55234E0-EF8C-4E4D-96DD-7FF7BA3D21AC}" srcOrd="0" destOrd="0" presId="urn:microsoft.com/office/officeart/2009/3/layout/FramedTextPicture"/>
    <dgm:cxn modelId="{D164480C-CC67-4120-9B03-239DD7FA786A}" type="presParOf" srcId="{8D9CB3EE-99D5-415D-826D-CD050F2916B8}" destId="{CCF2021B-7703-494A-A006-C90554F9195B}" srcOrd="1" destOrd="0" presId="urn:microsoft.com/office/officeart/2009/3/layout/FramedTextPicture"/>
    <dgm:cxn modelId="{3063C454-89D8-448E-B045-A67ADF2CC2AD}" type="presParOf" srcId="{8D9CB3EE-99D5-415D-826D-CD050F2916B8}" destId="{186017D9-5C56-4133-8D89-5670CC19F0A7}" srcOrd="2" destOrd="0" presId="urn:microsoft.com/office/officeart/2009/3/layout/FramedTextPicture"/>
    <dgm:cxn modelId="{E5164E53-8A64-41C1-9DCA-A345C22DBFD2}" type="presParOf" srcId="{8D9CB3EE-99D5-415D-826D-CD050F2916B8}" destId="{9039BA9F-65CE-4A91-9886-662A2BA53E47}" srcOrd="3" destOrd="0" presId="urn:microsoft.com/office/officeart/2009/3/layout/FramedTextPicture"/>
    <dgm:cxn modelId="{0E631710-0D85-4B55-B441-184932C5FD8A}" type="presParOf" srcId="{8D9CB3EE-99D5-415D-826D-CD050F2916B8}" destId="{7491CE31-F653-4A9E-970F-9CF66832A2C9}" srcOrd="4" destOrd="0" presId="urn:microsoft.com/office/officeart/2009/3/layout/FramedTextPicture"/>
    <dgm:cxn modelId="{96AE1B0C-B7D2-42BC-A3D2-2F0C38469F15}" type="presParOf" srcId="{8D9CB3EE-99D5-415D-826D-CD050F2916B8}" destId="{741ED2E7-D777-4FE7-AA5A-30E242E7B445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05019691-B006-4F2B-8143-D18EA3678E08}" type="doc">
      <dgm:prSet loTypeId="urn:microsoft.com/office/officeart/2009/3/layout/FramedTextPicture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42A7DE-2ABE-4630-885D-40B4DDF8BA02}">
      <dgm:prSet phldrT="[Text]" custT="1"/>
      <dgm:spPr/>
      <dgm:t>
        <a:bodyPr/>
        <a:lstStyle/>
        <a:p>
          <a:pPr rtl="1"/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تجربه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ی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مشتری، برند را تعریف می‌کند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rtl="1"/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جف بزوس، بنیان‌گذار آمازون</a:t>
          </a:r>
          <a:endParaRPr lang="en-US" sz="1600" b="1" i="1" kern="1200" dirty="0">
            <a:solidFill>
              <a:srgbClr val="5A2837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3214BB91-13A9-43D4-BB81-3A3F2DC86B9B}" type="parTrans" cxnId="{F20A4D64-8453-41BF-B1CA-C8CF347E3FAC}">
      <dgm:prSet/>
      <dgm:spPr/>
      <dgm:t>
        <a:bodyPr/>
        <a:lstStyle/>
        <a:p>
          <a:endParaRPr lang="en-US"/>
        </a:p>
      </dgm:t>
    </dgm:pt>
    <dgm:pt modelId="{F2CDC7D7-6AA9-487C-B7C6-9DB31D8ADD9F}" type="sibTrans" cxnId="{F20A4D64-8453-41BF-B1CA-C8CF347E3FAC}">
      <dgm:prSet/>
      <dgm:spPr/>
      <dgm:t>
        <a:bodyPr/>
        <a:lstStyle/>
        <a:p>
          <a:endParaRPr lang="en-US"/>
        </a:p>
      </dgm:t>
    </dgm:pt>
    <dgm:pt modelId="{A3117AD7-3F07-4F86-ABE1-CE0186C660FA}" type="pres">
      <dgm:prSet presAssocID="{05019691-B006-4F2B-8143-D18EA3678E08}" presName="Name0" presStyleCnt="0">
        <dgm:presLayoutVars>
          <dgm:chMax/>
          <dgm:chPref/>
          <dgm:dir/>
        </dgm:presLayoutVars>
      </dgm:prSet>
      <dgm:spPr/>
    </dgm:pt>
    <dgm:pt modelId="{8D9CB3EE-99D5-415D-826D-CD050F2916B8}" type="pres">
      <dgm:prSet presAssocID="{8542A7DE-2ABE-4630-885D-40B4DDF8BA02}" presName="composite" presStyleCnt="0">
        <dgm:presLayoutVars>
          <dgm:chMax/>
          <dgm:chPref/>
        </dgm:presLayoutVars>
      </dgm:prSet>
      <dgm:spPr/>
    </dgm:pt>
    <dgm:pt modelId="{C55234E0-EF8C-4E4D-96DD-7FF7BA3D21AC}" type="pres">
      <dgm:prSet presAssocID="{8542A7DE-2ABE-4630-885D-40B4DDF8BA02}" presName="Image" presStyleLbl="bgImgPlace1" presStyleIdx="0" presStyleCnt="1" custScaleX="97634" custScaleY="99932" custLinFactNeighborX="-591" custLinFactNeighborY="194"/>
      <dgm:spPr>
        <a:blipFill dpi="0" rotWithShape="1">
          <a:blip xmlns:r="http://schemas.openxmlformats.org/officeDocument/2006/relationships" r:embed="rId1"/>
          <a:srcRect/>
          <a:stretch>
            <a:fillRect t="3912" b="3912"/>
          </a:stretch>
        </a:blipFill>
      </dgm:spPr>
    </dgm:pt>
    <dgm:pt modelId="{CCF2021B-7703-494A-A006-C90554F9195B}" type="pres">
      <dgm:prSet presAssocID="{8542A7DE-2ABE-4630-885D-40B4DDF8BA02}" presName="Parent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86017D9-5C56-4133-8D89-5670CC19F0A7}" type="pres">
      <dgm:prSet presAssocID="{8542A7DE-2ABE-4630-885D-40B4DDF8BA02}" presName="tlFrame" presStyleLbl="node1" presStyleIdx="0" presStyleCnt="4"/>
      <dgm:spPr/>
    </dgm:pt>
    <dgm:pt modelId="{9039BA9F-65CE-4A91-9886-662A2BA53E47}" type="pres">
      <dgm:prSet presAssocID="{8542A7DE-2ABE-4630-885D-40B4DDF8BA02}" presName="trFrame" presStyleLbl="node1" presStyleIdx="1" presStyleCnt="4"/>
      <dgm:spPr/>
    </dgm:pt>
    <dgm:pt modelId="{7491CE31-F653-4A9E-970F-9CF66832A2C9}" type="pres">
      <dgm:prSet presAssocID="{8542A7DE-2ABE-4630-885D-40B4DDF8BA02}" presName="blFrame" presStyleLbl="node1" presStyleIdx="2" presStyleCnt="4"/>
      <dgm:spPr/>
    </dgm:pt>
    <dgm:pt modelId="{741ED2E7-D777-4FE7-AA5A-30E242E7B445}" type="pres">
      <dgm:prSet presAssocID="{8542A7DE-2ABE-4630-885D-40B4DDF8BA02}" presName="brFrame" presStyleLbl="node1" presStyleIdx="3" presStyleCnt="4"/>
      <dgm:spPr/>
    </dgm:pt>
  </dgm:ptLst>
  <dgm:cxnLst>
    <dgm:cxn modelId="{01F4E20E-ED7A-4716-9AF9-7B22FEAD3D7E}" type="presOf" srcId="{8542A7DE-2ABE-4630-885D-40B4DDF8BA02}" destId="{CCF2021B-7703-494A-A006-C90554F9195B}" srcOrd="0" destOrd="0" presId="urn:microsoft.com/office/officeart/2009/3/layout/FramedTextPicture"/>
    <dgm:cxn modelId="{F20A4D64-8453-41BF-B1CA-C8CF347E3FAC}" srcId="{05019691-B006-4F2B-8143-D18EA3678E08}" destId="{8542A7DE-2ABE-4630-885D-40B4DDF8BA02}" srcOrd="0" destOrd="0" parTransId="{3214BB91-13A9-43D4-BB81-3A3F2DC86B9B}" sibTransId="{F2CDC7D7-6AA9-487C-B7C6-9DB31D8ADD9F}"/>
    <dgm:cxn modelId="{55CAC57A-5B99-44E0-AC51-3BD9879D0507}" type="presOf" srcId="{05019691-B006-4F2B-8143-D18EA3678E08}" destId="{A3117AD7-3F07-4F86-ABE1-CE0186C660FA}" srcOrd="0" destOrd="0" presId="urn:microsoft.com/office/officeart/2009/3/layout/FramedTextPicture"/>
    <dgm:cxn modelId="{9564D703-635C-4B81-A43E-03B9ADECAA5C}" type="presParOf" srcId="{A3117AD7-3F07-4F86-ABE1-CE0186C660FA}" destId="{8D9CB3EE-99D5-415D-826D-CD050F2916B8}" srcOrd="0" destOrd="0" presId="urn:microsoft.com/office/officeart/2009/3/layout/FramedTextPicture"/>
    <dgm:cxn modelId="{F07B7A1C-0922-4DEE-BA83-B65D7BB9D47D}" type="presParOf" srcId="{8D9CB3EE-99D5-415D-826D-CD050F2916B8}" destId="{C55234E0-EF8C-4E4D-96DD-7FF7BA3D21AC}" srcOrd="0" destOrd="0" presId="urn:microsoft.com/office/officeart/2009/3/layout/FramedTextPicture"/>
    <dgm:cxn modelId="{D164480C-CC67-4120-9B03-239DD7FA786A}" type="presParOf" srcId="{8D9CB3EE-99D5-415D-826D-CD050F2916B8}" destId="{CCF2021B-7703-494A-A006-C90554F9195B}" srcOrd="1" destOrd="0" presId="urn:microsoft.com/office/officeart/2009/3/layout/FramedTextPicture"/>
    <dgm:cxn modelId="{3063C454-89D8-448E-B045-A67ADF2CC2AD}" type="presParOf" srcId="{8D9CB3EE-99D5-415D-826D-CD050F2916B8}" destId="{186017D9-5C56-4133-8D89-5670CC19F0A7}" srcOrd="2" destOrd="0" presId="urn:microsoft.com/office/officeart/2009/3/layout/FramedTextPicture"/>
    <dgm:cxn modelId="{E5164E53-8A64-41C1-9DCA-A345C22DBFD2}" type="presParOf" srcId="{8D9CB3EE-99D5-415D-826D-CD050F2916B8}" destId="{9039BA9F-65CE-4A91-9886-662A2BA53E47}" srcOrd="3" destOrd="0" presId="urn:microsoft.com/office/officeart/2009/3/layout/FramedTextPicture"/>
    <dgm:cxn modelId="{0E631710-0D85-4B55-B441-184932C5FD8A}" type="presParOf" srcId="{8D9CB3EE-99D5-415D-826D-CD050F2916B8}" destId="{7491CE31-F653-4A9E-970F-9CF66832A2C9}" srcOrd="4" destOrd="0" presId="urn:microsoft.com/office/officeart/2009/3/layout/FramedTextPicture"/>
    <dgm:cxn modelId="{96AE1B0C-B7D2-42BC-A3D2-2F0C38469F15}" type="presParOf" srcId="{8D9CB3EE-99D5-415D-826D-CD050F2916B8}" destId="{741ED2E7-D777-4FE7-AA5A-30E242E7B445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5DC30C8D-28DB-4846-A8D4-98A8121E5822}" type="doc">
      <dgm:prSet loTypeId="urn:microsoft.com/office/officeart/2005/8/layout/target1" loCatId="relationship" qsTypeId="urn:microsoft.com/office/officeart/2005/8/quickstyle/simple5" qsCatId="simple" csTypeId="urn:microsoft.com/office/officeart/2005/8/colors/colorful3" csCatId="colorful" phldr="1"/>
      <dgm:spPr/>
    </dgm:pt>
    <dgm:pt modelId="{B90679B7-0B72-4130-B22E-9C158A37890D}">
      <dgm:prSet phldrT="[Text]" custT="1"/>
      <dgm:spPr/>
      <dgm:t>
        <a:bodyPr/>
        <a:lstStyle/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سودآوری بیشتر با تحکیم رابطه بلندمدت با مشتری - سفیر برند - رابطه برد برد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B8A5115E-158D-4D14-841E-DE6F7EDF4D64}" type="par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B4E384CB-C0EB-4F23-9C99-3B84838C19AE}" type="sib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855CD166-361D-428C-84AD-DB42744357EF}">
      <dgm:prSet phldrT="[Text]" custT="1"/>
      <dgm:spPr/>
      <dgm:t>
        <a:bodyPr/>
        <a:lstStyle/>
        <a:p>
          <a:pPr algn="ctr" rtl="1"/>
          <a:r>
            <a:rPr lang="fa-IR" sz="2000" b="1" u="sng" dirty="0">
              <a:solidFill>
                <a:srgbClr val="002060"/>
              </a:solidFill>
              <a:cs typeface="B Mitra" panose="00000400000000000000" pitchFamily="2" charset="-78"/>
            </a:rPr>
            <a:t>ساختن مشتری وفادار نه مشتری ماندگار</a:t>
          </a:r>
          <a:endParaRPr lang="en-US" sz="2000" b="1" u="sng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12321B39-1EBB-483F-B3B8-DAE453052BB6}" type="par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04FD8D98-4107-4467-9D7D-4A5447F412C1}" type="sib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5944D229-3660-42D9-BB2E-0AADF2DEC52B}">
      <dgm:prSet phldrT="[Text]" custT="1"/>
      <dgm:spPr/>
      <dgm:t>
        <a:bodyPr/>
        <a:lstStyle/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داستان و تجربه اش از برند رو برای دیگران تعریف کنه – مشتری قهرمان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2FD930BC-5BCD-472F-865C-F239A6D54439}" type="sib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BAE04A61-6C21-4EA9-BDFC-C7ED3FB89D97}" type="par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996B6B7F-25ED-4F18-B496-3A73CFD1A1A7}" type="pres">
      <dgm:prSet presAssocID="{5DC30C8D-28DB-4846-A8D4-98A8121E5822}" presName="composite" presStyleCnt="0">
        <dgm:presLayoutVars>
          <dgm:chMax val="5"/>
          <dgm:dir/>
          <dgm:resizeHandles val="exact"/>
        </dgm:presLayoutVars>
      </dgm:prSet>
      <dgm:spPr/>
    </dgm:pt>
    <dgm:pt modelId="{C68C8C48-D983-4BC8-A19B-3F80F39D687D}" type="pres">
      <dgm:prSet presAssocID="{B90679B7-0B72-4130-B22E-9C158A37890D}" presName="circle1" presStyleLbl="lnNode1" presStyleIdx="0" presStyleCnt="3"/>
      <dgm:spPr>
        <a:solidFill>
          <a:srgbClr val="CE90A3"/>
        </a:solidFill>
      </dgm:spPr>
    </dgm:pt>
    <dgm:pt modelId="{AD873684-1935-45C8-9D4C-23F00FC865BB}" type="pres">
      <dgm:prSet presAssocID="{B90679B7-0B72-4130-B22E-9C158A37890D}" presName="text1" presStyleLbl="revTx" presStyleIdx="0" presStyleCnt="3" custScaleX="225053" custLinFactNeighborX="67071" custLinFactNeighborY="6702">
        <dgm:presLayoutVars>
          <dgm:bulletEnabled val="1"/>
        </dgm:presLayoutVars>
      </dgm:prSet>
      <dgm:spPr/>
    </dgm:pt>
    <dgm:pt modelId="{C767E1C6-70FD-4638-9642-E6D5DDE907AD}" type="pres">
      <dgm:prSet presAssocID="{B90679B7-0B72-4130-B22E-9C158A37890D}" presName="line1" presStyleLbl="callout" presStyleIdx="0" presStyleCnt="6"/>
      <dgm:spPr>
        <a:ln>
          <a:solidFill>
            <a:srgbClr val="000066"/>
          </a:solidFill>
        </a:ln>
      </dgm:spPr>
    </dgm:pt>
    <dgm:pt modelId="{E9D57CD1-55B8-413A-A759-B3572EDC0BB2}" type="pres">
      <dgm:prSet presAssocID="{B90679B7-0B72-4130-B22E-9C158A37890D}" presName="d1" presStyleLbl="callout" presStyleIdx="1" presStyleCnt="6"/>
      <dgm:spPr>
        <a:ln>
          <a:solidFill>
            <a:srgbClr val="000066"/>
          </a:solidFill>
        </a:ln>
      </dgm:spPr>
    </dgm:pt>
    <dgm:pt modelId="{780B81F5-9686-4984-8F74-0886E691C781}" type="pres">
      <dgm:prSet presAssocID="{855CD166-361D-428C-84AD-DB42744357EF}" presName="circle2" presStyleLbl="lnNode1" presStyleIdx="1" presStyleCnt="3"/>
      <dgm:spPr>
        <a:solidFill>
          <a:srgbClr val="C3778F"/>
        </a:solidFill>
      </dgm:spPr>
    </dgm:pt>
    <dgm:pt modelId="{E90E007A-1F60-4F85-A8DA-ABB63F316C9A}" type="pres">
      <dgm:prSet presAssocID="{855CD166-361D-428C-84AD-DB42744357EF}" presName="text2" presStyleLbl="revTx" presStyleIdx="1" presStyleCnt="3" custScaleX="225053" custLinFactNeighborX="67071" custLinFactNeighborY="6702">
        <dgm:presLayoutVars>
          <dgm:bulletEnabled val="1"/>
        </dgm:presLayoutVars>
      </dgm:prSet>
      <dgm:spPr/>
    </dgm:pt>
    <dgm:pt modelId="{ED0E648C-4C27-4328-AF4F-0CB8761EE87F}" type="pres">
      <dgm:prSet presAssocID="{855CD166-361D-428C-84AD-DB42744357EF}" presName="line2" presStyleLbl="callout" presStyleIdx="2" presStyleCnt="6"/>
      <dgm:spPr>
        <a:ln>
          <a:solidFill>
            <a:srgbClr val="000066"/>
          </a:solidFill>
        </a:ln>
      </dgm:spPr>
    </dgm:pt>
    <dgm:pt modelId="{8BAAD179-AB7A-448A-8556-B6C13BD79211}" type="pres">
      <dgm:prSet presAssocID="{855CD166-361D-428C-84AD-DB42744357EF}" presName="d2" presStyleLbl="callout" presStyleIdx="3" presStyleCnt="6"/>
      <dgm:spPr>
        <a:ln>
          <a:solidFill>
            <a:srgbClr val="000066"/>
          </a:solidFill>
        </a:ln>
      </dgm:spPr>
    </dgm:pt>
    <dgm:pt modelId="{423C01FB-35E4-4ED6-B181-85DCC4428ADA}" type="pres">
      <dgm:prSet presAssocID="{5944D229-3660-42D9-BB2E-0AADF2DEC52B}" presName="circle3" presStyleLbl="lnNode1" presStyleIdx="2" presStyleCnt="3" custLinFactNeighborX="305"/>
      <dgm:spPr>
        <a:solidFill>
          <a:srgbClr val="7A364B"/>
        </a:solidFill>
      </dgm:spPr>
    </dgm:pt>
    <dgm:pt modelId="{840EC126-06C4-4844-A4B9-E3FFDEDB06D6}" type="pres">
      <dgm:prSet presAssocID="{5944D229-3660-42D9-BB2E-0AADF2DEC52B}" presName="text3" presStyleLbl="revTx" presStyleIdx="2" presStyleCnt="3" custScaleX="225053" custLinFactNeighborX="67071" custLinFactNeighborY="6702">
        <dgm:presLayoutVars>
          <dgm:bulletEnabled val="1"/>
        </dgm:presLayoutVars>
      </dgm:prSet>
      <dgm:spPr/>
    </dgm:pt>
    <dgm:pt modelId="{23FE6E9A-7D93-4BF7-B2C6-9759E08872E2}" type="pres">
      <dgm:prSet presAssocID="{5944D229-3660-42D9-BB2E-0AADF2DEC52B}" presName="line3" presStyleLbl="callout" presStyleIdx="4" presStyleCnt="6"/>
      <dgm:spPr>
        <a:ln>
          <a:solidFill>
            <a:srgbClr val="000066"/>
          </a:solidFill>
        </a:ln>
      </dgm:spPr>
    </dgm:pt>
    <dgm:pt modelId="{59D7B176-2CBA-498B-92B0-6EE401F95DC5}" type="pres">
      <dgm:prSet presAssocID="{5944D229-3660-42D9-BB2E-0AADF2DEC52B}" presName="d3" presStyleLbl="callout" presStyleIdx="5" presStyleCnt="6"/>
      <dgm:spPr>
        <a:ln>
          <a:solidFill>
            <a:srgbClr val="000066"/>
          </a:solidFill>
        </a:ln>
      </dgm:spPr>
    </dgm:pt>
  </dgm:ptLst>
  <dgm:cxnLst>
    <dgm:cxn modelId="{37547D09-A83F-447A-9697-179B62DF0A64}" type="presOf" srcId="{5944D229-3660-42D9-BB2E-0AADF2DEC52B}" destId="{840EC126-06C4-4844-A4B9-E3FFDEDB06D6}" srcOrd="0" destOrd="0" presId="urn:microsoft.com/office/officeart/2005/8/layout/target1"/>
    <dgm:cxn modelId="{CBFA991C-6D25-4BD0-987E-9E1FD1B42983}" srcId="{5DC30C8D-28DB-4846-A8D4-98A8121E5822}" destId="{B90679B7-0B72-4130-B22E-9C158A37890D}" srcOrd="0" destOrd="0" parTransId="{B8A5115E-158D-4D14-841E-DE6F7EDF4D64}" sibTransId="{B4E384CB-C0EB-4F23-9C99-3B84838C19AE}"/>
    <dgm:cxn modelId="{F346EF2A-21B5-4D41-A3F4-6AD366697E42}" srcId="{5DC30C8D-28DB-4846-A8D4-98A8121E5822}" destId="{5944D229-3660-42D9-BB2E-0AADF2DEC52B}" srcOrd="2" destOrd="0" parTransId="{BAE04A61-6C21-4EA9-BDFC-C7ED3FB89D97}" sibTransId="{2FD930BC-5BCD-472F-865C-F239A6D54439}"/>
    <dgm:cxn modelId="{0AB6AB36-45C9-48B9-B157-5C96DF6392E8}" type="presOf" srcId="{B90679B7-0B72-4130-B22E-9C158A37890D}" destId="{AD873684-1935-45C8-9D4C-23F00FC865BB}" srcOrd="0" destOrd="0" presId="urn:microsoft.com/office/officeart/2005/8/layout/target1"/>
    <dgm:cxn modelId="{B1D1DF58-95D9-4101-A40B-3638BEDF7BE6}" type="presOf" srcId="{855CD166-361D-428C-84AD-DB42744357EF}" destId="{E90E007A-1F60-4F85-A8DA-ABB63F316C9A}" srcOrd="0" destOrd="0" presId="urn:microsoft.com/office/officeart/2005/8/layout/target1"/>
    <dgm:cxn modelId="{5093D89B-8B30-4857-8491-F1F46669A4C2}" type="presOf" srcId="{5DC30C8D-28DB-4846-A8D4-98A8121E5822}" destId="{996B6B7F-25ED-4F18-B496-3A73CFD1A1A7}" srcOrd="0" destOrd="0" presId="urn:microsoft.com/office/officeart/2005/8/layout/target1"/>
    <dgm:cxn modelId="{98FDEDE5-3B24-43B5-AD97-DAE28426E35F}" srcId="{5DC30C8D-28DB-4846-A8D4-98A8121E5822}" destId="{855CD166-361D-428C-84AD-DB42744357EF}" srcOrd="1" destOrd="0" parTransId="{12321B39-1EBB-483F-B3B8-DAE453052BB6}" sibTransId="{04FD8D98-4107-4467-9D7D-4A5447F412C1}"/>
    <dgm:cxn modelId="{3FDBEAEE-CD37-42FC-BAE2-E98FBD98679B}" type="presParOf" srcId="{996B6B7F-25ED-4F18-B496-3A73CFD1A1A7}" destId="{C68C8C48-D983-4BC8-A19B-3F80F39D687D}" srcOrd="0" destOrd="0" presId="urn:microsoft.com/office/officeart/2005/8/layout/target1"/>
    <dgm:cxn modelId="{19674FC2-DFE5-4BBF-B09F-5E90D34F7D24}" type="presParOf" srcId="{996B6B7F-25ED-4F18-B496-3A73CFD1A1A7}" destId="{AD873684-1935-45C8-9D4C-23F00FC865BB}" srcOrd="1" destOrd="0" presId="urn:microsoft.com/office/officeart/2005/8/layout/target1"/>
    <dgm:cxn modelId="{38F40124-E226-4793-9AF4-7D692D0B42EB}" type="presParOf" srcId="{996B6B7F-25ED-4F18-B496-3A73CFD1A1A7}" destId="{C767E1C6-70FD-4638-9642-E6D5DDE907AD}" srcOrd="2" destOrd="0" presId="urn:microsoft.com/office/officeart/2005/8/layout/target1"/>
    <dgm:cxn modelId="{1A47C80D-6490-41CB-8C6F-0C8D12A142B1}" type="presParOf" srcId="{996B6B7F-25ED-4F18-B496-3A73CFD1A1A7}" destId="{E9D57CD1-55B8-413A-A759-B3572EDC0BB2}" srcOrd="3" destOrd="0" presId="urn:microsoft.com/office/officeart/2005/8/layout/target1"/>
    <dgm:cxn modelId="{D203DF00-0B07-4E54-8435-60DBB73B1B73}" type="presParOf" srcId="{996B6B7F-25ED-4F18-B496-3A73CFD1A1A7}" destId="{780B81F5-9686-4984-8F74-0886E691C781}" srcOrd="4" destOrd="0" presId="urn:microsoft.com/office/officeart/2005/8/layout/target1"/>
    <dgm:cxn modelId="{5A6EB75C-E919-409B-9190-7E512567FAD5}" type="presParOf" srcId="{996B6B7F-25ED-4F18-B496-3A73CFD1A1A7}" destId="{E90E007A-1F60-4F85-A8DA-ABB63F316C9A}" srcOrd="5" destOrd="0" presId="urn:microsoft.com/office/officeart/2005/8/layout/target1"/>
    <dgm:cxn modelId="{EC5A1B8D-64C0-4ED2-9950-DB0AA1A433FC}" type="presParOf" srcId="{996B6B7F-25ED-4F18-B496-3A73CFD1A1A7}" destId="{ED0E648C-4C27-4328-AF4F-0CB8761EE87F}" srcOrd="6" destOrd="0" presId="urn:microsoft.com/office/officeart/2005/8/layout/target1"/>
    <dgm:cxn modelId="{B15AD2A1-400D-43A8-BBCC-86C0238C0647}" type="presParOf" srcId="{996B6B7F-25ED-4F18-B496-3A73CFD1A1A7}" destId="{8BAAD179-AB7A-448A-8556-B6C13BD79211}" srcOrd="7" destOrd="0" presId="urn:microsoft.com/office/officeart/2005/8/layout/target1"/>
    <dgm:cxn modelId="{90DD139C-26EE-41D8-BB2B-EA47F2FFAA89}" type="presParOf" srcId="{996B6B7F-25ED-4F18-B496-3A73CFD1A1A7}" destId="{423C01FB-35E4-4ED6-B181-85DCC4428ADA}" srcOrd="8" destOrd="0" presId="urn:microsoft.com/office/officeart/2005/8/layout/target1"/>
    <dgm:cxn modelId="{CBFE2B47-DD25-45C9-AF70-81A71BA73783}" type="presParOf" srcId="{996B6B7F-25ED-4F18-B496-3A73CFD1A1A7}" destId="{840EC126-06C4-4844-A4B9-E3FFDEDB06D6}" srcOrd="9" destOrd="0" presId="urn:microsoft.com/office/officeart/2005/8/layout/target1"/>
    <dgm:cxn modelId="{1E2A2994-E2DD-4540-849F-906CB9258C84}" type="presParOf" srcId="{996B6B7F-25ED-4F18-B496-3A73CFD1A1A7}" destId="{23FE6E9A-7D93-4BF7-B2C6-9759E08872E2}" srcOrd="10" destOrd="0" presId="urn:microsoft.com/office/officeart/2005/8/layout/target1"/>
    <dgm:cxn modelId="{5D10E33C-66B2-473F-962D-6B9DC0E17F3A}" type="presParOf" srcId="{996B6B7F-25ED-4F18-B496-3A73CFD1A1A7}" destId="{59D7B176-2CBA-498B-92B0-6EE401F95DC5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BF904027-7CB4-4490-94B1-BBAAB5070924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AF36E-C432-49B9-B9CA-7312C14AA3AC}">
      <dgm:prSet phldrT="[Text]" custT="1"/>
      <dgm:spPr>
        <a:solidFill>
          <a:srgbClr val="C3778F"/>
        </a:solidFill>
      </dgm:spPr>
      <dgm:t>
        <a:bodyPr/>
        <a:lstStyle/>
        <a:p>
          <a:pPr rtl="1"/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نقاط تماس (وفاداری و طرفداری)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C6F6B153-C0DD-4766-80BF-98C91EB94559}" type="par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F357B29-DEA6-4327-9B32-0A094D723ED5}" type="sib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189271-E05C-457D-A055-6FC2A2A0F1EF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هر آنچه منجر بشه از این رابطه طرفین لذت ببرن</a:t>
          </a:r>
          <a:endParaRPr lang="en-US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ACC1060-062C-4C6D-ACF6-4B78A4A660CD}" type="parTrans" cxnId="{2F636093-7521-4D9D-A107-5A2344AF407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BE7A7A2-234D-4BEA-BE3B-C5838D8BAAD6}" type="sibTrans" cxnId="{2F636093-7521-4D9D-A107-5A2344AF4073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53091AE-9215-4952-B563-B598C85A98BE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شخصی سازی در نوبت دهی / پذیرایی و تشریفات / خدمات تخصصی و </a:t>
          </a:r>
          <a:r>
            <a:rPr lang="en-US" sz="1600" kern="1200" dirty="0">
              <a:solidFill>
                <a:srgbClr val="000066"/>
              </a:solidFill>
              <a:cs typeface="B Mitra" panose="00000400000000000000" pitchFamily="2" charset="-78"/>
            </a:rPr>
            <a:t>VIP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74A865EC-44BF-42AD-9979-F1A567CCC66E}" type="parTrans" cxnId="{3710654D-545B-41B6-BAB4-89423FFD6FB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F311649-A470-4CA3-9DEE-C2CA6F9BC0D3}" type="sibTrans" cxnId="{3710654D-545B-41B6-BAB4-89423FFD6FB5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B2F22FB-E3BE-4880-9B85-C7C5BF292849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ارزش آفرینی</a:t>
          </a:r>
        </a:p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هدایای اشتراکی با شرکای غیر انتفاعی / شارژ کیف پول</a:t>
          </a:r>
        </a:p>
      </dgm:t>
    </dgm:pt>
    <dgm:pt modelId="{20301F58-8CE8-499F-8D2D-D1522C9D6EC7}" type="parTrans" cxnId="{55328F7A-FF33-4229-841E-4564DDA672C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2EF54F9-85FB-48CC-884D-B5DB933E2226}" type="sibTrans" cxnId="{55328F7A-FF33-4229-841E-4564DDA672CB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480101A-CEF2-4009-A7D8-FD60AE3D3F00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تنوع سازی در خدمات</a:t>
          </a:r>
        </a:p>
        <a:p>
          <a:pPr rtl="1"/>
          <a:r>
            <a:rPr lang="fa-IR" sz="1600" dirty="0">
              <a:solidFill>
                <a:srgbClr val="000066"/>
              </a:solidFill>
              <a:cs typeface="B Mitra" panose="00000400000000000000" pitchFamily="2" charset="-78"/>
            </a:rPr>
            <a:t>آفرها بر اساس تحلیل رفتار مشتری/ خدمات تخصصی</a:t>
          </a:r>
        </a:p>
      </dgm:t>
    </dgm:pt>
    <dgm:pt modelId="{A7EC6A7F-8ABC-4E2A-B319-9ED7CC972F34}" type="parTrans" cxnId="{7DE09CFD-93D6-48F2-9B6B-778323E7519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E826411-D02B-4909-A9D6-3307E7287DB1}" type="sibTrans" cxnId="{7DE09CFD-93D6-48F2-9B6B-778323E7519F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C4BC59E-7FFE-4620-8237-81D6A6B0CEBC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شبکه سازی </a:t>
          </a:r>
        </a:p>
        <a:p>
          <a:pPr rtl="1"/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اشتراک گذاری تجارب مشتریان وفادار</a:t>
          </a:r>
        </a:p>
      </dgm:t>
    </dgm:pt>
    <dgm:pt modelId="{665CFB82-35F1-43D3-A02B-D0C576907D65}" type="parTrans" cxnId="{BE76AEAF-4FBF-4BFF-AA00-B0559897C6F9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19A2FB0-1741-4F6A-AE26-BFB698AF39EA}" type="sibTrans" cxnId="{BE76AEAF-4FBF-4BFF-AA00-B0559897C6F9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55A0F54A-8676-4A5C-9B9D-5B05926F3308}">
      <dgm:prSet phldrT="[Text]" custT="1"/>
      <dgm:spPr>
        <a:solidFill>
          <a:srgbClr val="D49CAD"/>
        </a:solidFill>
      </dgm:spPr>
      <dgm:t>
        <a:bodyPr/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ساختن مشتری قهرمان</a:t>
          </a:r>
        </a:p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ریفرال مارکتینگ / بازاریابی ارجاعی مشتریان</a:t>
          </a:r>
        </a:p>
      </dgm:t>
    </dgm:pt>
    <dgm:pt modelId="{4EAECC86-FF5F-4BDE-9656-78DDAF57E4FE}" type="parTrans" cxnId="{E33E3FDE-A322-4C58-810C-359CC2D97477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E609FE9-3973-4131-8893-80BDB4EDFBA1}" type="sibTrans" cxnId="{E33E3FDE-A322-4C58-810C-359CC2D97477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3D0F561-3EF1-4A9B-ABAF-4537865D8109}" type="pres">
      <dgm:prSet presAssocID="{BF904027-7CB4-4490-94B1-BBAAB507092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5A538A1-1DCB-452A-9D99-C9AA37AC1F13}" type="pres">
      <dgm:prSet presAssocID="{4ECAF36E-C432-49B9-B9CA-7312C14AA3AC}" presName="centerShape" presStyleLbl="node0" presStyleIdx="0" presStyleCnt="1"/>
      <dgm:spPr/>
    </dgm:pt>
    <dgm:pt modelId="{3BB51523-DE57-40BD-9922-91B90AF31793}" type="pres">
      <dgm:prSet presAssocID="{8ACC1060-062C-4C6D-ACF6-4B78A4A660CD}" presName="parTrans" presStyleLbl="bgSibTrans2D1" presStyleIdx="0" presStyleCnt="6"/>
      <dgm:spPr/>
    </dgm:pt>
    <dgm:pt modelId="{7BCD5688-487C-4926-A4F3-AD49D58E18CB}" type="pres">
      <dgm:prSet presAssocID="{A4189271-E05C-457D-A055-6FC2A2A0F1EF}" presName="node" presStyleLbl="node1" presStyleIdx="0" presStyleCnt="6">
        <dgm:presLayoutVars>
          <dgm:bulletEnabled val="1"/>
        </dgm:presLayoutVars>
      </dgm:prSet>
      <dgm:spPr/>
    </dgm:pt>
    <dgm:pt modelId="{2A40A558-9207-4B25-B35A-22C747BE2967}" type="pres">
      <dgm:prSet presAssocID="{74A865EC-44BF-42AD-9979-F1A567CCC66E}" presName="parTrans" presStyleLbl="bgSibTrans2D1" presStyleIdx="1" presStyleCnt="6"/>
      <dgm:spPr/>
    </dgm:pt>
    <dgm:pt modelId="{349FCF7F-8CB4-4FF6-B777-A344F2F2B232}" type="pres">
      <dgm:prSet presAssocID="{953091AE-9215-4952-B563-B598C85A98BE}" presName="node" presStyleLbl="node1" presStyleIdx="1" presStyleCnt="6">
        <dgm:presLayoutVars>
          <dgm:bulletEnabled val="1"/>
        </dgm:presLayoutVars>
      </dgm:prSet>
      <dgm:spPr/>
    </dgm:pt>
    <dgm:pt modelId="{0F0EF329-C0DD-400D-A066-56D1C13E4456}" type="pres">
      <dgm:prSet presAssocID="{665CFB82-35F1-43D3-A02B-D0C576907D65}" presName="parTrans" presStyleLbl="bgSibTrans2D1" presStyleIdx="2" presStyleCnt="6"/>
      <dgm:spPr/>
    </dgm:pt>
    <dgm:pt modelId="{26E056C1-4AB9-4523-BAA2-911997531FD3}" type="pres">
      <dgm:prSet presAssocID="{8C4BC59E-7FFE-4620-8237-81D6A6B0CEBC}" presName="node" presStyleLbl="node1" presStyleIdx="2" presStyleCnt="6">
        <dgm:presLayoutVars>
          <dgm:bulletEnabled val="1"/>
        </dgm:presLayoutVars>
      </dgm:prSet>
      <dgm:spPr/>
    </dgm:pt>
    <dgm:pt modelId="{C4B598AD-FA59-4C92-9CE4-541BE6E0B23E}" type="pres">
      <dgm:prSet presAssocID="{4EAECC86-FF5F-4BDE-9656-78DDAF57E4FE}" presName="parTrans" presStyleLbl="bgSibTrans2D1" presStyleIdx="3" presStyleCnt="6"/>
      <dgm:spPr/>
    </dgm:pt>
    <dgm:pt modelId="{DFF59125-0502-45D4-845A-5CC1CA2A0227}" type="pres">
      <dgm:prSet presAssocID="{55A0F54A-8676-4A5C-9B9D-5B05926F3308}" presName="node" presStyleLbl="node1" presStyleIdx="3" presStyleCnt="6">
        <dgm:presLayoutVars>
          <dgm:bulletEnabled val="1"/>
        </dgm:presLayoutVars>
      </dgm:prSet>
      <dgm:spPr/>
    </dgm:pt>
    <dgm:pt modelId="{0FE26C76-3AC0-4A2A-930C-3A75435BC2E4}" type="pres">
      <dgm:prSet presAssocID="{20301F58-8CE8-499F-8D2D-D1522C9D6EC7}" presName="parTrans" presStyleLbl="bgSibTrans2D1" presStyleIdx="4" presStyleCnt="6"/>
      <dgm:spPr/>
    </dgm:pt>
    <dgm:pt modelId="{4931DC46-82A0-43CF-B106-F172231C6B55}" type="pres">
      <dgm:prSet presAssocID="{CB2F22FB-E3BE-4880-9B85-C7C5BF292849}" presName="node" presStyleLbl="node1" presStyleIdx="4" presStyleCnt="6">
        <dgm:presLayoutVars>
          <dgm:bulletEnabled val="1"/>
        </dgm:presLayoutVars>
      </dgm:prSet>
      <dgm:spPr/>
    </dgm:pt>
    <dgm:pt modelId="{DFB71CC0-9185-425C-A4C1-8DE04CD84356}" type="pres">
      <dgm:prSet presAssocID="{A7EC6A7F-8ABC-4E2A-B319-9ED7CC972F34}" presName="parTrans" presStyleLbl="bgSibTrans2D1" presStyleIdx="5" presStyleCnt="6"/>
      <dgm:spPr/>
    </dgm:pt>
    <dgm:pt modelId="{DAB91C29-933E-4FCC-BD71-CA00925F256B}" type="pres">
      <dgm:prSet presAssocID="{1480101A-CEF2-4009-A7D8-FD60AE3D3F00}" presName="node" presStyleLbl="node1" presStyleIdx="5" presStyleCnt="6">
        <dgm:presLayoutVars>
          <dgm:bulletEnabled val="1"/>
        </dgm:presLayoutVars>
      </dgm:prSet>
      <dgm:spPr/>
    </dgm:pt>
  </dgm:ptLst>
  <dgm:cxnLst>
    <dgm:cxn modelId="{7A673503-3831-4415-8987-D09D2F7BE0F2}" type="presOf" srcId="{8C4BC59E-7FFE-4620-8237-81D6A6B0CEBC}" destId="{26E056C1-4AB9-4523-BAA2-911997531FD3}" srcOrd="0" destOrd="0" presId="urn:microsoft.com/office/officeart/2005/8/layout/radial4"/>
    <dgm:cxn modelId="{EDF78A0E-5E4E-4070-B82D-EBAC8AB24E7C}" type="presOf" srcId="{BF904027-7CB4-4490-94B1-BBAAB5070924}" destId="{63D0F561-3EF1-4A9B-ABAF-4537865D8109}" srcOrd="0" destOrd="0" presId="urn:microsoft.com/office/officeart/2005/8/layout/radial4"/>
    <dgm:cxn modelId="{305EA91E-7F44-4928-8AC5-08E770481F5F}" type="presOf" srcId="{55A0F54A-8676-4A5C-9B9D-5B05926F3308}" destId="{DFF59125-0502-45D4-845A-5CC1CA2A0227}" srcOrd="0" destOrd="0" presId="urn:microsoft.com/office/officeart/2005/8/layout/radial4"/>
    <dgm:cxn modelId="{8DB48A41-6D0B-4469-8D40-5D3146B9DBB9}" type="presOf" srcId="{CB2F22FB-E3BE-4880-9B85-C7C5BF292849}" destId="{4931DC46-82A0-43CF-B106-F172231C6B55}" srcOrd="0" destOrd="0" presId="urn:microsoft.com/office/officeart/2005/8/layout/radial4"/>
    <dgm:cxn modelId="{D97BFA42-3919-46A9-9256-9BA5727F4A34}" type="presOf" srcId="{A4189271-E05C-457D-A055-6FC2A2A0F1EF}" destId="{7BCD5688-487C-4926-A4F3-AD49D58E18CB}" srcOrd="0" destOrd="0" presId="urn:microsoft.com/office/officeart/2005/8/layout/radial4"/>
    <dgm:cxn modelId="{E2DAC943-5E0C-4C28-A967-95A0C63833B0}" srcId="{BF904027-7CB4-4490-94B1-BBAAB5070924}" destId="{4ECAF36E-C432-49B9-B9CA-7312C14AA3AC}" srcOrd="0" destOrd="0" parTransId="{C6F6B153-C0DD-4766-80BF-98C91EB94559}" sibTransId="{3F357B29-DEA6-4327-9B32-0A094D723ED5}"/>
    <dgm:cxn modelId="{3710654D-545B-41B6-BAB4-89423FFD6FB5}" srcId="{4ECAF36E-C432-49B9-B9CA-7312C14AA3AC}" destId="{953091AE-9215-4952-B563-B598C85A98BE}" srcOrd="1" destOrd="0" parTransId="{74A865EC-44BF-42AD-9979-F1A567CCC66E}" sibTransId="{FF311649-A470-4CA3-9DEE-C2CA6F9BC0D3}"/>
    <dgm:cxn modelId="{9F25804D-3FE9-408F-8015-29FF9BC0D8A8}" type="presOf" srcId="{665CFB82-35F1-43D3-A02B-D0C576907D65}" destId="{0F0EF329-C0DD-400D-A066-56D1C13E4456}" srcOrd="0" destOrd="0" presId="urn:microsoft.com/office/officeart/2005/8/layout/radial4"/>
    <dgm:cxn modelId="{55328F7A-FF33-4229-841E-4564DDA672CB}" srcId="{4ECAF36E-C432-49B9-B9CA-7312C14AA3AC}" destId="{CB2F22FB-E3BE-4880-9B85-C7C5BF292849}" srcOrd="4" destOrd="0" parTransId="{20301F58-8CE8-499F-8D2D-D1522C9D6EC7}" sibTransId="{02EF54F9-85FB-48CC-884D-B5DB933E2226}"/>
    <dgm:cxn modelId="{2838F789-8CBB-4C78-89E5-DF4E8A12E3CF}" type="presOf" srcId="{4EAECC86-FF5F-4BDE-9656-78DDAF57E4FE}" destId="{C4B598AD-FA59-4C92-9CE4-541BE6E0B23E}" srcOrd="0" destOrd="0" presId="urn:microsoft.com/office/officeart/2005/8/layout/radial4"/>
    <dgm:cxn modelId="{2F636093-7521-4D9D-A107-5A2344AF4073}" srcId="{4ECAF36E-C432-49B9-B9CA-7312C14AA3AC}" destId="{A4189271-E05C-457D-A055-6FC2A2A0F1EF}" srcOrd="0" destOrd="0" parTransId="{8ACC1060-062C-4C6D-ACF6-4B78A4A660CD}" sibTransId="{4BE7A7A2-234D-4BEA-BE3B-C5838D8BAAD6}"/>
    <dgm:cxn modelId="{D289B394-5D18-4719-B21E-7FB0E696DE6F}" type="presOf" srcId="{1480101A-CEF2-4009-A7D8-FD60AE3D3F00}" destId="{DAB91C29-933E-4FCC-BD71-CA00925F256B}" srcOrd="0" destOrd="0" presId="urn:microsoft.com/office/officeart/2005/8/layout/radial4"/>
    <dgm:cxn modelId="{A3EA519D-B995-46C7-82E4-232DB5AE207F}" type="presOf" srcId="{8ACC1060-062C-4C6D-ACF6-4B78A4A660CD}" destId="{3BB51523-DE57-40BD-9922-91B90AF31793}" srcOrd="0" destOrd="0" presId="urn:microsoft.com/office/officeart/2005/8/layout/radial4"/>
    <dgm:cxn modelId="{BE76AEAF-4FBF-4BFF-AA00-B0559897C6F9}" srcId="{4ECAF36E-C432-49B9-B9CA-7312C14AA3AC}" destId="{8C4BC59E-7FFE-4620-8237-81D6A6B0CEBC}" srcOrd="2" destOrd="0" parTransId="{665CFB82-35F1-43D3-A02B-D0C576907D65}" sibTransId="{C19A2FB0-1741-4F6A-AE26-BFB698AF39EA}"/>
    <dgm:cxn modelId="{8C121AD5-7547-46B3-93D4-B933E92DF912}" type="presOf" srcId="{20301F58-8CE8-499F-8D2D-D1522C9D6EC7}" destId="{0FE26C76-3AC0-4A2A-930C-3A75435BC2E4}" srcOrd="0" destOrd="0" presId="urn:microsoft.com/office/officeart/2005/8/layout/radial4"/>
    <dgm:cxn modelId="{E06AAFD8-F9EA-4AD2-822C-15A33BCAAA28}" type="presOf" srcId="{953091AE-9215-4952-B563-B598C85A98BE}" destId="{349FCF7F-8CB4-4FF6-B777-A344F2F2B232}" srcOrd="0" destOrd="0" presId="urn:microsoft.com/office/officeart/2005/8/layout/radial4"/>
    <dgm:cxn modelId="{A3F209DA-A0DF-42F7-B02B-B4F738384C29}" type="presOf" srcId="{74A865EC-44BF-42AD-9979-F1A567CCC66E}" destId="{2A40A558-9207-4B25-B35A-22C747BE2967}" srcOrd="0" destOrd="0" presId="urn:microsoft.com/office/officeart/2005/8/layout/radial4"/>
    <dgm:cxn modelId="{E33E3FDE-A322-4C58-810C-359CC2D97477}" srcId="{4ECAF36E-C432-49B9-B9CA-7312C14AA3AC}" destId="{55A0F54A-8676-4A5C-9B9D-5B05926F3308}" srcOrd="3" destOrd="0" parTransId="{4EAECC86-FF5F-4BDE-9656-78DDAF57E4FE}" sibTransId="{0E609FE9-3973-4131-8893-80BDB4EDFBA1}"/>
    <dgm:cxn modelId="{7DEC50F3-4685-44D9-B720-A9BDF20427EA}" type="presOf" srcId="{4ECAF36E-C432-49B9-B9CA-7312C14AA3AC}" destId="{25A538A1-1DCB-452A-9D99-C9AA37AC1F13}" srcOrd="0" destOrd="0" presId="urn:microsoft.com/office/officeart/2005/8/layout/radial4"/>
    <dgm:cxn modelId="{7CA98CFA-FACC-43C2-830D-F1701B5EED47}" type="presOf" srcId="{A7EC6A7F-8ABC-4E2A-B319-9ED7CC972F34}" destId="{DFB71CC0-9185-425C-A4C1-8DE04CD84356}" srcOrd="0" destOrd="0" presId="urn:microsoft.com/office/officeart/2005/8/layout/radial4"/>
    <dgm:cxn modelId="{7DE09CFD-93D6-48F2-9B6B-778323E7519F}" srcId="{4ECAF36E-C432-49B9-B9CA-7312C14AA3AC}" destId="{1480101A-CEF2-4009-A7D8-FD60AE3D3F00}" srcOrd="5" destOrd="0" parTransId="{A7EC6A7F-8ABC-4E2A-B319-9ED7CC972F34}" sibTransId="{4E826411-D02B-4909-A9D6-3307E7287DB1}"/>
    <dgm:cxn modelId="{AE33DEA9-96A4-4234-8362-E2D036E39E86}" type="presParOf" srcId="{63D0F561-3EF1-4A9B-ABAF-4537865D8109}" destId="{25A538A1-1DCB-452A-9D99-C9AA37AC1F13}" srcOrd="0" destOrd="0" presId="urn:microsoft.com/office/officeart/2005/8/layout/radial4"/>
    <dgm:cxn modelId="{2E7557FA-43FB-41BB-836A-9D84995D3FA2}" type="presParOf" srcId="{63D0F561-3EF1-4A9B-ABAF-4537865D8109}" destId="{3BB51523-DE57-40BD-9922-91B90AF31793}" srcOrd="1" destOrd="0" presId="urn:microsoft.com/office/officeart/2005/8/layout/radial4"/>
    <dgm:cxn modelId="{9C599DAA-FFA3-459B-8876-CB56FEED002C}" type="presParOf" srcId="{63D0F561-3EF1-4A9B-ABAF-4537865D8109}" destId="{7BCD5688-487C-4926-A4F3-AD49D58E18CB}" srcOrd="2" destOrd="0" presId="urn:microsoft.com/office/officeart/2005/8/layout/radial4"/>
    <dgm:cxn modelId="{EB6A3E76-FA4A-4514-AE7D-EAF1ABC9FBF8}" type="presParOf" srcId="{63D0F561-3EF1-4A9B-ABAF-4537865D8109}" destId="{2A40A558-9207-4B25-B35A-22C747BE2967}" srcOrd="3" destOrd="0" presId="urn:microsoft.com/office/officeart/2005/8/layout/radial4"/>
    <dgm:cxn modelId="{5BCC8143-C070-4636-B1B2-1257B6D2B915}" type="presParOf" srcId="{63D0F561-3EF1-4A9B-ABAF-4537865D8109}" destId="{349FCF7F-8CB4-4FF6-B777-A344F2F2B232}" srcOrd="4" destOrd="0" presId="urn:microsoft.com/office/officeart/2005/8/layout/radial4"/>
    <dgm:cxn modelId="{D39ABD90-5F13-43F7-BB34-F990C1AA8265}" type="presParOf" srcId="{63D0F561-3EF1-4A9B-ABAF-4537865D8109}" destId="{0F0EF329-C0DD-400D-A066-56D1C13E4456}" srcOrd="5" destOrd="0" presId="urn:microsoft.com/office/officeart/2005/8/layout/radial4"/>
    <dgm:cxn modelId="{B9115BB2-5910-4D28-B09F-F3C76C952ADB}" type="presParOf" srcId="{63D0F561-3EF1-4A9B-ABAF-4537865D8109}" destId="{26E056C1-4AB9-4523-BAA2-911997531FD3}" srcOrd="6" destOrd="0" presId="urn:microsoft.com/office/officeart/2005/8/layout/radial4"/>
    <dgm:cxn modelId="{CF26604F-83BE-4248-94B8-1C073211CC60}" type="presParOf" srcId="{63D0F561-3EF1-4A9B-ABAF-4537865D8109}" destId="{C4B598AD-FA59-4C92-9CE4-541BE6E0B23E}" srcOrd="7" destOrd="0" presId="urn:microsoft.com/office/officeart/2005/8/layout/radial4"/>
    <dgm:cxn modelId="{8F093230-CB2C-4590-80C0-E2EED81FDD8D}" type="presParOf" srcId="{63D0F561-3EF1-4A9B-ABAF-4537865D8109}" destId="{DFF59125-0502-45D4-845A-5CC1CA2A0227}" srcOrd="8" destOrd="0" presId="urn:microsoft.com/office/officeart/2005/8/layout/radial4"/>
    <dgm:cxn modelId="{B76361F0-6CB9-47AF-BF73-1F1EC8CC2693}" type="presParOf" srcId="{63D0F561-3EF1-4A9B-ABAF-4537865D8109}" destId="{0FE26C76-3AC0-4A2A-930C-3A75435BC2E4}" srcOrd="9" destOrd="0" presId="urn:microsoft.com/office/officeart/2005/8/layout/radial4"/>
    <dgm:cxn modelId="{3043CB70-4DBD-4CD4-AE9B-D7AE3E2DC20C}" type="presParOf" srcId="{63D0F561-3EF1-4A9B-ABAF-4537865D8109}" destId="{4931DC46-82A0-43CF-B106-F172231C6B55}" srcOrd="10" destOrd="0" presId="urn:microsoft.com/office/officeart/2005/8/layout/radial4"/>
    <dgm:cxn modelId="{5C26AAB9-D00C-4EE8-800B-F580E22589E3}" type="presParOf" srcId="{63D0F561-3EF1-4A9B-ABAF-4537865D8109}" destId="{DFB71CC0-9185-425C-A4C1-8DE04CD84356}" srcOrd="11" destOrd="0" presId="urn:microsoft.com/office/officeart/2005/8/layout/radial4"/>
    <dgm:cxn modelId="{AD843914-10DA-4236-A6D2-F5AF643D0751}" type="presParOf" srcId="{63D0F561-3EF1-4A9B-ABAF-4537865D8109}" destId="{DAB91C29-933E-4FCC-BD71-CA00925F256B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5DC30C8D-28DB-4846-A8D4-98A8121E5822}" type="doc">
      <dgm:prSet loTypeId="urn:microsoft.com/office/officeart/2005/8/layout/target1" loCatId="relationship" qsTypeId="urn:microsoft.com/office/officeart/2005/8/quickstyle/simple5" qsCatId="simple" csTypeId="urn:microsoft.com/office/officeart/2005/8/colors/colorful3" csCatId="colorful" phldr="1"/>
      <dgm:spPr/>
    </dgm:pt>
    <dgm:pt modelId="{B90679B7-0B72-4130-B22E-9C158A37890D}">
      <dgm:prSet phldrT="[Text]" custT="1"/>
      <dgm:spPr/>
      <dgm:t>
        <a:bodyPr/>
        <a:lstStyle/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جلب مجدد اعتماد / تدارک برای سفر جدید مشتری 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B8A5115E-158D-4D14-841E-DE6F7EDF4D64}" type="par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B4E384CB-C0EB-4F23-9C99-3B84838C19AE}" type="sibTrans" cxnId="{CBFA991C-6D25-4BD0-987E-9E1FD1B42983}">
      <dgm:prSet/>
      <dgm:spPr/>
      <dgm:t>
        <a:bodyPr/>
        <a:lstStyle/>
        <a:p>
          <a:pPr rtl="1"/>
          <a:endParaRPr lang="en-US"/>
        </a:p>
      </dgm:t>
    </dgm:pt>
    <dgm:pt modelId="{855CD166-361D-428C-84AD-DB42744357EF}">
      <dgm:prSet phldrT="[Text]" custT="1"/>
      <dgm:spPr/>
      <dgm:t>
        <a:bodyPr/>
        <a:lstStyle/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تحریک مراجعه به تفکیک شناسایی دلایل عدم مراجعه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12321B39-1EBB-483F-B3B8-DAE453052BB6}" type="par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04FD8D98-4107-4467-9D7D-4A5447F412C1}" type="sibTrans" cxnId="{98FDEDE5-3B24-43B5-AD97-DAE28426E35F}">
      <dgm:prSet/>
      <dgm:spPr/>
      <dgm:t>
        <a:bodyPr/>
        <a:lstStyle/>
        <a:p>
          <a:pPr rtl="1"/>
          <a:endParaRPr lang="en-US"/>
        </a:p>
      </dgm:t>
    </dgm:pt>
    <dgm:pt modelId="{5944D229-3660-42D9-BB2E-0AADF2DEC52B}">
      <dgm:prSet phldrT="[Text]" custT="1"/>
      <dgm:spPr/>
      <dgm:t>
        <a:bodyPr/>
        <a:lstStyle/>
        <a:p>
          <a:pPr algn="ctr" rtl="1"/>
          <a:r>
            <a:rPr lang="fa-IR" sz="2000" dirty="0">
              <a:solidFill>
                <a:srgbClr val="002060"/>
              </a:solidFill>
              <a:cs typeface="B Mitra" panose="00000400000000000000" pitchFamily="2" charset="-78"/>
            </a:rPr>
            <a:t>عارضه یابی دلیل عدم مراجعه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2FD930BC-5BCD-472F-865C-F239A6D54439}" type="sib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BAE04A61-6C21-4EA9-BDFC-C7ED3FB89D97}" type="parTrans" cxnId="{F346EF2A-21B5-4D41-A3F4-6AD366697E42}">
      <dgm:prSet/>
      <dgm:spPr/>
      <dgm:t>
        <a:bodyPr/>
        <a:lstStyle/>
        <a:p>
          <a:pPr rtl="1"/>
          <a:endParaRPr lang="en-US"/>
        </a:p>
      </dgm:t>
    </dgm:pt>
    <dgm:pt modelId="{996B6B7F-25ED-4F18-B496-3A73CFD1A1A7}" type="pres">
      <dgm:prSet presAssocID="{5DC30C8D-28DB-4846-A8D4-98A8121E5822}" presName="composite" presStyleCnt="0">
        <dgm:presLayoutVars>
          <dgm:chMax val="5"/>
          <dgm:dir/>
          <dgm:resizeHandles val="exact"/>
        </dgm:presLayoutVars>
      </dgm:prSet>
      <dgm:spPr/>
    </dgm:pt>
    <dgm:pt modelId="{C68C8C48-D983-4BC8-A19B-3F80F39D687D}" type="pres">
      <dgm:prSet presAssocID="{B90679B7-0B72-4130-B22E-9C158A37890D}" presName="circle1" presStyleLbl="lnNode1" presStyleIdx="0" presStyleCnt="3"/>
      <dgm:spPr>
        <a:solidFill>
          <a:srgbClr val="CE90A3"/>
        </a:solidFill>
      </dgm:spPr>
    </dgm:pt>
    <dgm:pt modelId="{AD873684-1935-45C8-9D4C-23F00FC865BB}" type="pres">
      <dgm:prSet presAssocID="{B90679B7-0B72-4130-B22E-9C158A37890D}" presName="text1" presStyleLbl="revTx" presStyleIdx="0" presStyleCnt="3" custScaleX="225053" custLinFactNeighborX="67071" custLinFactNeighborY="6702">
        <dgm:presLayoutVars>
          <dgm:bulletEnabled val="1"/>
        </dgm:presLayoutVars>
      </dgm:prSet>
      <dgm:spPr/>
    </dgm:pt>
    <dgm:pt modelId="{C767E1C6-70FD-4638-9642-E6D5DDE907AD}" type="pres">
      <dgm:prSet presAssocID="{B90679B7-0B72-4130-B22E-9C158A37890D}" presName="line1" presStyleLbl="callout" presStyleIdx="0" presStyleCnt="6"/>
      <dgm:spPr>
        <a:ln>
          <a:solidFill>
            <a:srgbClr val="000066"/>
          </a:solidFill>
        </a:ln>
      </dgm:spPr>
    </dgm:pt>
    <dgm:pt modelId="{E9D57CD1-55B8-413A-A759-B3572EDC0BB2}" type="pres">
      <dgm:prSet presAssocID="{B90679B7-0B72-4130-B22E-9C158A37890D}" presName="d1" presStyleLbl="callout" presStyleIdx="1" presStyleCnt="6"/>
      <dgm:spPr>
        <a:ln>
          <a:solidFill>
            <a:srgbClr val="000066"/>
          </a:solidFill>
        </a:ln>
      </dgm:spPr>
    </dgm:pt>
    <dgm:pt modelId="{780B81F5-9686-4984-8F74-0886E691C781}" type="pres">
      <dgm:prSet presAssocID="{855CD166-361D-428C-84AD-DB42744357EF}" presName="circle2" presStyleLbl="lnNode1" presStyleIdx="1" presStyleCnt="3"/>
      <dgm:spPr>
        <a:solidFill>
          <a:srgbClr val="C3778F"/>
        </a:solidFill>
      </dgm:spPr>
    </dgm:pt>
    <dgm:pt modelId="{E90E007A-1F60-4F85-A8DA-ABB63F316C9A}" type="pres">
      <dgm:prSet presAssocID="{855CD166-361D-428C-84AD-DB42744357EF}" presName="text2" presStyleLbl="revTx" presStyleIdx="1" presStyleCnt="3" custScaleX="225053" custLinFactNeighborX="67071" custLinFactNeighborY="6702">
        <dgm:presLayoutVars>
          <dgm:bulletEnabled val="1"/>
        </dgm:presLayoutVars>
      </dgm:prSet>
      <dgm:spPr/>
    </dgm:pt>
    <dgm:pt modelId="{ED0E648C-4C27-4328-AF4F-0CB8761EE87F}" type="pres">
      <dgm:prSet presAssocID="{855CD166-361D-428C-84AD-DB42744357EF}" presName="line2" presStyleLbl="callout" presStyleIdx="2" presStyleCnt="6"/>
      <dgm:spPr>
        <a:ln>
          <a:solidFill>
            <a:srgbClr val="000066"/>
          </a:solidFill>
        </a:ln>
      </dgm:spPr>
    </dgm:pt>
    <dgm:pt modelId="{8BAAD179-AB7A-448A-8556-B6C13BD79211}" type="pres">
      <dgm:prSet presAssocID="{855CD166-361D-428C-84AD-DB42744357EF}" presName="d2" presStyleLbl="callout" presStyleIdx="3" presStyleCnt="6"/>
      <dgm:spPr>
        <a:ln>
          <a:solidFill>
            <a:srgbClr val="000066"/>
          </a:solidFill>
        </a:ln>
      </dgm:spPr>
    </dgm:pt>
    <dgm:pt modelId="{423C01FB-35E4-4ED6-B181-85DCC4428ADA}" type="pres">
      <dgm:prSet presAssocID="{5944D229-3660-42D9-BB2E-0AADF2DEC52B}" presName="circle3" presStyleLbl="lnNode1" presStyleIdx="2" presStyleCnt="3" custLinFactNeighborX="305"/>
      <dgm:spPr>
        <a:solidFill>
          <a:srgbClr val="7A364B"/>
        </a:solidFill>
      </dgm:spPr>
    </dgm:pt>
    <dgm:pt modelId="{840EC126-06C4-4844-A4B9-E3FFDEDB06D6}" type="pres">
      <dgm:prSet presAssocID="{5944D229-3660-42D9-BB2E-0AADF2DEC52B}" presName="text3" presStyleLbl="revTx" presStyleIdx="2" presStyleCnt="3" custScaleX="225053" custLinFactNeighborX="67071" custLinFactNeighborY="6702">
        <dgm:presLayoutVars>
          <dgm:bulletEnabled val="1"/>
        </dgm:presLayoutVars>
      </dgm:prSet>
      <dgm:spPr/>
    </dgm:pt>
    <dgm:pt modelId="{23FE6E9A-7D93-4BF7-B2C6-9759E08872E2}" type="pres">
      <dgm:prSet presAssocID="{5944D229-3660-42D9-BB2E-0AADF2DEC52B}" presName="line3" presStyleLbl="callout" presStyleIdx="4" presStyleCnt="6"/>
      <dgm:spPr>
        <a:ln>
          <a:solidFill>
            <a:srgbClr val="000066"/>
          </a:solidFill>
        </a:ln>
      </dgm:spPr>
    </dgm:pt>
    <dgm:pt modelId="{59D7B176-2CBA-498B-92B0-6EE401F95DC5}" type="pres">
      <dgm:prSet presAssocID="{5944D229-3660-42D9-BB2E-0AADF2DEC52B}" presName="d3" presStyleLbl="callout" presStyleIdx="5" presStyleCnt="6"/>
      <dgm:spPr>
        <a:ln>
          <a:solidFill>
            <a:srgbClr val="000066"/>
          </a:solidFill>
        </a:ln>
      </dgm:spPr>
    </dgm:pt>
  </dgm:ptLst>
  <dgm:cxnLst>
    <dgm:cxn modelId="{37547D09-A83F-447A-9697-179B62DF0A64}" type="presOf" srcId="{5944D229-3660-42D9-BB2E-0AADF2DEC52B}" destId="{840EC126-06C4-4844-A4B9-E3FFDEDB06D6}" srcOrd="0" destOrd="0" presId="urn:microsoft.com/office/officeart/2005/8/layout/target1"/>
    <dgm:cxn modelId="{CBFA991C-6D25-4BD0-987E-9E1FD1B42983}" srcId="{5DC30C8D-28DB-4846-A8D4-98A8121E5822}" destId="{B90679B7-0B72-4130-B22E-9C158A37890D}" srcOrd="0" destOrd="0" parTransId="{B8A5115E-158D-4D14-841E-DE6F7EDF4D64}" sibTransId="{B4E384CB-C0EB-4F23-9C99-3B84838C19AE}"/>
    <dgm:cxn modelId="{F346EF2A-21B5-4D41-A3F4-6AD366697E42}" srcId="{5DC30C8D-28DB-4846-A8D4-98A8121E5822}" destId="{5944D229-3660-42D9-BB2E-0AADF2DEC52B}" srcOrd="2" destOrd="0" parTransId="{BAE04A61-6C21-4EA9-BDFC-C7ED3FB89D97}" sibTransId="{2FD930BC-5BCD-472F-865C-F239A6D54439}"/>
    <dgm:cxn modelId="{0AB6AB36-45C9-48B9-B157-5C96DF6392E8}" type="presOf" srcId="{B90679B7-0B72-4130-B22E-9C158A37890D}" destId="{AD873684-1935-45C8-9D4C-23F00FC865BB}" srcOrd="0" destOrd="0" presId="urn:microsoft.com/office/officeart/2005/8/layout/target1"/>
    <dgm:cxn modelId="{B1D1DF58-95D9-4101-A40B-3638BEDF7BE6}" type="presOf" srcId="{855CD166-361D-428C-84AD-DB42744357EF}" destId="{E90E007A-1F60-4F85-A8DA-ABB63F316C9A}" srcOrd="0" destOrd="0" presId="urn:microsoft.com/office/officeart/2005/8/layout/target1"/>
    <dgm:cxn modelId="{5093D89B-8B30-4857-8491-F1F46669A4C2}" type="presOf" srcId="{5DC30C8D-28DB-4846-A8D4-98A8121E5822}" destId="{996B6B7F-25ED-4F18-B496-3A73CFD1A1A7}" srcOrd="0" destOrd="0" presId="urn:microsoft.com/office/officeart/2005/8/layout/target1"/>
    <dgm:cxn modelId="{98FDEDE5-3B24-43B5-AD97-DAE28426E35F}" srcId="{5DC30C8D-28DB-4846-A8D4-98A8121E5822}" destId="{855CD166-361D-428C-84AD-DB42744357EF}" srcOrd="1" destOrd="0" parTransId="{12321B39-1EBB-483F-B3B8-DAE453052BB6}" sibTransId="{04FD8D98-4107-4467-9D7D-4A5447F412C1}"/>
    <dgm:cxn modelId="{3FDBEAEE-CD37-42FC-BAE2-E98FBD98679B}" type="presParOf" srcId="{996B6B7F-25ED-4F18-B496-3A73CFD1A1A7}" destId="{C68C8C48-D983-4BC8-A19B-3F80F39D687D}" srcOrd="0" destOrd="0" presId="urn:microsoft.com/office/officeart/2005/8/layout/target1"/>
    <dgm:cxn modelId="{19674FC2-DFE5-4BBF-B09F-5E90D34F7D24}" type="presParOf" srcId="{996B6B7F-25ED-4F18-B496-3A73CFD1A1A7}" destId="{AD873684-1935-45C8-9D4C-23F00FC865BB}" srcOrd="1" destOrd="0" presId="urn:microsoft.com/office/officeart/2005/8/layout/target1"/>
    <dgm:cxn modelId="{38F40124-E226-4793-9AF4-7D692D0B42EB}" type="presParOf" srcId="{996B6B7F-25ED-4F18-B496-3A73CFD1A1A7}" destId="{C767E1C6-70FD-4638-9642-E6D5DDE907AD}" srcOrd="2" destOrd="0" presId="urn:microsoft.com/office/officeart/2005/8/layout/target1"/>
    <dgm:cxn modelId="{1A47C80D-6490-41CB-8C6F-0C8D12A142B1}" type="presParOf" srcId="{996B6B7F-25ED-4F18-B496-3A73CFD1A1A7}" destId="{E9D57CD1-55B8-413A-A759-B3572EDC0BB2}" srcOrd="3" destOrd="0" presId="urn:microsoft.com/office/officeart/2005/8/layout/target1"/>
    <dgm:cxn modelId="{D203DF00-0B07-4E54-8435-60DBB73B1B73}" type="presParOf" srcId="{996B6B7F-25ED-4F18-B496-3A73CFD1A1A7}" destId="{780B81F5-9686-4984-8F74-0886E691C781}" srcOrd="4" destOrd="0" presId="urn:microsoft.com/office/officeart/2005/8/layout/target1"/>
    <dgm:cxn modelId="{5A6EB75C-E919-409B-9190-7E512567FAD5}" type="presParOf" srcId="{996B6B7F-25ED-4F18-B496-3A73CFD1A1A7}" destId="{E90E007A-1F60-4F85-A8DA-ABB63F316C9A}" srcOrd="5" destOrd="0" presId="urn:microsoft.com/office/officeart/2005/8/layout/target1"/>
    <dgm:cxn modelId="{EC5A1B8D-64C0-4ED2-9950-DB0AA1A433FC}" type="presParOf" srcId="{996B6B7F-25ED-4F18-B496-3A73CFD1A1A7}" destId="{ED0E648C-4C27-4328-AF4F-0CB8761EE87F}" srcOrd="6" destOrd="0" presId="urn:microsoft.com/office/officeart/2005/8/layout/target1"/>
    <dgm:cxn modelId="{B15AD2A1-400D-43A8-BBCC-86C0238C0647}" type="presParOf" srcId="{996B6B7F-25ED-4F18-B496-3A73CFD1A1A7}" destId="{8BAAD179-AB7A-448A-8556-B6C13BD79211}" srcOrd="7" destOrd="0" presId="urn:microsoft.com/office/officeart/2005/8/layout/target1"/>
    <dgm:cxn modelId="{90DD139C-26EE-41D8-BB2B-EA47F2FFAA89}" type="presParOf" srcId="{996B6B7F-25ED-4F18-B496-3A73CFD1A1A7}" destId="{423C01FB-35E4-4ED6-B181-85DCC4428ADA}" srcOrd="8" destOrd="0" presId="urn:microsoft.com/office/officeart/2005/8/layout/target1"/>
    <dgm:cxn modelId="{CBFE2B47-DD25-45C9-AF70-81A71BA73783}" type="presParOf" srcId="{996B6B7F-25ED-4F18-B496-3A73CFD1A1A7}" destId="{840EC126-06C4-4844-A4B9-E3FFDEDB06D6}" srcOrd="9" destOrd="0" presId="urn:microsoft.com/office/officeart/2005/8/layout/target1"/>
    <dgm:cxn modelId="{1E2A2994-E2DD-4540-849F-906CB9258C84}" type="presParOf" srcId="{996B6B7F-25ED-4F18-B496-3A73CFD1A1A7}" destId="{23FE6E9A-7D93-4BF7-B2C6-9759E08872E2}" srcOrd="10" destOrd="0" presId="urn:microsoft.com/office/officeart/2005/8/layout/target1"/>
    <dgm:cxn modelId="{5D10E33C-66B2-473F-962D-6B9DC0E17F3A}" type="presParOf" srcId="{996B6B7F-25ED-4F18-B496-3A73CFD1A1A7}" destId="{59D7B176-2CBA-498B-92B0-6EE401F95DC5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05019691-B006-4F2B-8143-D18EA3678E08}" type="doc">
      <dgm:prSet loTypeId="urn:microsoft.com/office/officeart/2009/3/layout/FramedTextPicture" loCatId="picture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42A7DE-2ABE-4630-885D-40B4DDF8BA02}">
      <dgm:prSet phldrT="[Text]" custT="1"/>
      <dgm:spPr/>
      <dgm:t>
        <a:bodyPr/>
        <a:lstStyle/>
        <a:p>
          <a:pPr rtl="1"/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جذب دوباره مشتریان از دست رفته ۵ تا ۷ برابر هزینه کمتری نسبت به جذب مشتری جدید دارد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rtl="1"/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 err="1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Invesp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 2023, </a:t>
          </a:r>
        </a:p>
      </dgm:t>
    </dgm:pt>
    <dgm:pt modelId="{3214BB91-13A9-43D4-BB81-3A3F2DC86B9B}" type="parTrans" cxnId="{F20A4D64-8453-41BF-B1CA-C8CF347E3FAC}">
      <dgm:prSet/>
      <dgm:spPr/>
      <dgm:t>
        <a:bodyPr/>
        <a:lstStyle/>
        <a:p>
          <a:endParaRPr lang="en-US"/>
        </a:p>
      </dgm:t>
    </dgm:pt>
    <dgm:pt modelId="{F2CDC7D7-6AA9-487C-B7C6-9DB31D8ADD9F}" type="sibTrans" cxnId="{F20A4D64-8453-41BF-B1CA-C8CF347E3FAC}">
      <dgm:prSet/>
      <dgm:spPr/>
      <dgm:t>
        <a:bodyPr/>
        <a:lstStyle/>
        <a:p>
          <a:endParaRPr lang="en-US"/>
        </a:p>
      </dgm:t>
    </dgm:pt>
    <dgm:pt modelId="{A3117AD7-3F07-4F86-ABE1-CE0186C660FA}" type="pres">
      <dgm:prSet presAssocID="{05019691-B006-4F2B-8143-D18EA3678E08}" presName="Name0" presStyleCnt="0">
        <dgm:presLayoutVars>
          <dgm:chMax/>
          <dgm:chPref/>
          <dgm:dir/>
        </dgm:presLayoutVars>
      </dgm:prSet>
      <dgm:spPr/>
    </dgm:pt>
    <dgm:pt modelId="{8D9CB3EE-99D5-415D-826D-CD050F2916B8}" type="pres">
      <dgm:prSet presAssocID="{8542A7DE-2ABE-4630-885D-40B4DDF8BA02}" presName="composite" presStyleCnt="0">
        <dgm:presLayoutVars>
          <dgm:chMax/>
          <dgm:chPref/>
        </dgm:presLayoutVars>
      </dgm:prSet>
      <dgm:spPr/>
    </dgm:pt>
    <dgm:pt modelId="{C55234E0-EF8C-4E4D-96DD-7FF7BA3D21AC}" type="pres">
      <dgm:prSet presAssocID="{8542A7DE-2ABE-4630-885D-40B4DDF8BA02}" presName="Image" presStyleLbl="bgImgPlace1" presStyleIdx="0" presStyleCnt="1" custScaleX="97634" custScaleY="99932" custLinFactNeighborX="-591" custLinFactNeighborY="194"/>
      <dgm:spPr>
        <a:blipFill dpi="0" rotWithShape="1">
          <a:blip xmlns:r="http://schemas.openxmlformats.org/officeDocument/2006/relationships" r:embed="rId1"/>
          <a:srcRect/>
          <a:stretch>
            <a:fillRect t="26902" b="26902"/>
          </a:stretch>
        </a:blipFill>
      </dgm:spPr>
    </dgm:pt>
    <dgm:pt modelId="{CCF2021B-7703-494A-A006-C90554F9195B}" type="pres">
      <dgm:prSet presAssocID="{8542A7DE-2ABE-4630-885D-40B4DDF8BA02}" presName="ParentText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186017D9-5C56-4133-8D89-5670CC19F0A7}" type="pres">
      <dgm:prSet presAssocID="{8542A7DE-2ABE-4630-885D-40B4DDF8BA02}" presName="tlFrame" presStyleLbl="node1" presStyleIdx="0" presStyleCnt="4"/>
      <dgm:spPr/>
    </dgm:pt>
    <dgm:pt modelId="{9039BA9F-65CE-4A91-9886-662A2BA53E47}" type="pres">
      <dgm:prSet presAssocID="{8542A7DE-2ABE-4630-885D-40B4DDF8BA02}" presName="trFrame" presStyleLbl="node1" presStyleIdx="1" presStyleCnt="4"/>
      <dgm:spPr/>
    </dgm:pt>
    <dgm:pt modelId="{7491CE31-F653-4A9E-970F-9CF66832A2C9}" type="pres">
      <dgm:prSet presAssocID="{8542A7DE-2ABE-4630-885D-40B4DDF8BA02}" presName="blFrame" presStyleLbl="node1" presStyleIdx="2" presStyleCnt="4"/>
      <dgm:spPr/>
    </dgm:pt>
    <dgm:pt modelId="{741ED2E7-D777-4FE7-AA5A-30E242E7B445}" type="pres">
      <dgm:prSet presAssocID="{8542A7DE-2ABE-4630-885D-40B4DDF8BA02}" presName="brFrame" presStyleLbl="node1" presStyleIdx="3" presStyleCnt="4"/>
      <dgm:spPr/>
    </dgm:pt>
  </dgm:ptLst>
  <dgm:cxnLst>
    <dgm:cxn modelId="{01F4E20E-ED7A-4716-9AF9-7B22FEAD3D7E}" type="presOf" srcId="{8542A7DE-2ABE-4630-885D-40B4DDF8BA02}" destId="{CCF2021B-7703-494A-A006-C90554F9195B}" srcOrd="0" destOrd="0" presId="urn:microsoft.com/office/officeart/2009/3/layout/FramedTextPicture"/>
    <dgm:cxn modelId="{F20A4D64-8453-41BF-B1CA-C8CF347E3FAC}" srcId="{05019691-B006-4F2B-8143-D18EA3678E08}" destId="{8542A7DE-2ABE-4630-885D-40B4DDF8BA02}" srcOrd="0" destOrd="0" parTransId="{3214BB91-13A9-43D4-BB81-3A3F2DC86B9B}" sibTransId="{F2CDC7D7-6AA9-487C-B7C6-9DB31D8ADD9F}"/>
    <dgm:cxn modelId="{55CAC57A-5B99-44E0-AC51-3BD9879D0507}" type="presOf" srcId="{05019691-B006-4F2B-8143-D18EA3678E08}" destId="{A3117AD7-3F07-4F86-ABE1-CE0186C660FA}" srcOrd="0" destOrd="0" presId="urn:microsoft.com/office/officeart/2009/3/layout/FramedTextPicture"/>
    <dgm:cxn modelId="{9564D703-635C-4B81-A43E-03B9ADECAA5C}" type="presParOf" srcId="{A3117AD7-3F07-4F86-ABE1-CE0186C660FA}" destId="{8D9CB3EE-99D5-415D-826D-CD050F2916B8}" srcOrd="0" destOrd="0" presId="urn:microsoft.com/office/officeart/2009/3/layout/FramedTextPicture"/>
    <dgm:cxn modelId="{F07B7A1C-0922-4DEE-BA83-B65D7BB9D47D}" type="presParOf" srcId="{8D9CB3EE-99D5-415D-826D-CD050F2916B8}" destId="{C55234E0-EF8C-4E4D-96DD-7FF7BA3D21AC}" srcOrd="0" destOrd="0" presId="urn:microsoft.com/office/officeart/2009/3/layout/FramedTextPicture"/>
    <dgm:cxn modelId="{D164480C-CC67-4120-9B03-239DD7FA786A}" type="presParOf" srcId="{8D9CB3EE-99D5-415D-826D-CD050F2916B8}" destId="{CCF2021B-7703-494A-A006-C90554F9195B}" srcOrd="1" destOrd="0" presId="urn:microsoft.com/office/officeart/2009/3/layout/FramedTextPicture"/>
    <dgm:cxn modelId="{3063C454-89D8-448E-B045-A67ADF2CC2AD}" type="presParOf" srcId="{8D9CB3EE-99D5-415D-826D-CD050F2916B8}" destId="{186017D9-5C56-4133-8D89-5670CC19F0A7}" srcOrd="2" destOrd="0" presId="urn:microsoft.com/office/officeart/2009/3/layout/FramedTextPicture"/>
    <dgm:cxn modelId="{E5164E53-8A64-41C1-9DCA-A345C22DBFD2}" type="presParOf" srcId="{8D9CB3EE-99D5-415D-826D-CD050F2916B8}" destId="{9039BA9F-65CE-4A91-9886-662A2BA53E47}" srcOrd="3" destOrd="0" presId="urn:microsoft.com/office/officeart/2009/3/layout/FramedTextPicture"/>
    <dgm:cxn modelId="{0E631710-0D85-4B55-B441-184932C5FD8A}" type="presParOf" srcId="{8D9CB3EE-99D5-415D-826D-CD050F2916B8}" destId="{7491CE31-F653-4A9E-970F-9CF66832A2C9}" srcOrd="4" destOrd="0" presId="urn:microsoft.com/office/officeart/2009/3/layout/FramedTextPicture"/>
    <dgm:cxn modelId="{96AE1B0C-B7D2-42BC-A3D2-2F0C38469F15}" type="presParOf" srcId="{8D9CB3EE-99D5-415D-826D-CD050F2916B8}" destId="{741ED2E7-D777-4FE7-AA5A-30E242E7B445}" srcOrd="5" destOrd="0" presId="urn:microsoft.com/office/officeart/2009/3/layout/FramedTextPictur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BF904027-7CB4-4490-94B1-BBAAB5070924}" type="doc">
      <dgm:prSet loTypeId="urn:microsoft.com/office/officeart/2005/8/layout/radial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ECAF36E-C432-49B9-B9CA-7312C14AA3AC}">
      <dgm:prSet phldrT="[Text]" custT="1"/>
      <dgm:spPr>
        <a:solidFill>
          <a:srgbClr val="C3778F"/>
        </a:solidFill>
      </dgm:spPr>
      <dgm:t>
        <a:bodyPr/>
        <a:lstStyle/>
        <a:p>
          <a:pPr rtl="1"/>
          <a:r>
            <a:rPr lang="fa-IR" sz="2000" b="1" dirty="0">
              <a:solidFill>
                <a:srgbClr val="002060"/>
              </a:solidFill>
              <a:cs typeface="B Mitra" panose="00000400000000000000" pitchFamily="2" charset="-78"/>
            </a:rPr>
            <a:t>مولدهای نارضایتی مشتری</a:t>
          </a:r>
          <a:endParaRPr lang="en-US" sz="2000" dirty="0">
            <a:solidFill>
              <a:srgbClr val="002060"/>
            </a:solidFill>
            <a:cs typeface="B Mitra" panose="00000400000000000000" pitchFamily="2" charset="-78"/>
          </a:endParaRPr>
        </a:p>
      </dgm:t>
    </dgm:pt>
    <dgm:pt modelId="{C6F6B153-C0DD-4766-80BF-98C91EB94559}" type="par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3F357B29-DEA6-4327-9B32-0A094D723ED5}" type="sibTrans" cxnId="{E2DAC943-5E0C-4C28-A967-95A0C63833B0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4189271-E05C-457D-A055-6FC2A2A0F1EF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ar-SA" sz="1600" dirty="0">
              <a:solidFill>
                <a:srgbClr val="000066"/>
              </a:solidFill>
              <a:cs typeface="B Mitra" panose="00000400000000000000" pitchFamily="2" charset="-78"/>
            </a:rPr>
            <a:t>شکاف پیگیری</a:t>
          </a:r>
          <a:endParaRPr lang="fa-IR" sz="1600" dirty="0">
            <a:solidFill>
              <a:srgbClr val="000066"/>
            </a:solidFill>
            <a:cs typeface="B Mitra" panose="00000400000000000000" pitchFamily="2" charset="-78"/>
          </a:endParaRPr>
        </a:p>
        <a:p>
          <a:pPr rtl="1"/>
          <a:r>
            <a:rPr lang="ar-SA" sz="1400" dirty="0">
              <a:solidFill>
                <a:srgbClr val="000066"/>
              </a:solidFill>
              <a:cs typeface="B Mitra" panose="00000400000000000000" pitchFamily="2" charset="-78"/>
            </a:rPr>
            <a:t>وقتی بعد از </a:t>
          </a:r>
          <a:r>
            <a:rPr lang="fa-IR" sz="1400" dirty="0">
              <a:solidFill>
                <a:srgbClr val="000066"/>
              </a:solidFill>
              <a:cs typeface="B Mitra" panose="00000400000000000000" pitchFamily="2" charset="-78"/>
            </a:rPr>
            <a:t>خدمات</a:t>
          </a:r>
          <a:r>
            <a:rPr lang="ar-SA" sz="1400" dirty="0">
              <a:solidFill>
                <a:srgbClr val="000066"/>
              </a:solidFill>
              <a:cs typeface="B Mitra" panose="00000400000000000000" pitchFamily="2" charset="-78"/>
            </a:rPr>
            <a:t>، ارتباط قطع می‌شه و هیچ پیگیری، نظرخواهی یا توجهی به تجربه‌ی مشتری نمی‌شه. </a:t>
          </a:r>
          <a:endParaRPr lang="en-US" sz="14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ACC1060-062C-4C6D-ACF6-4B78A4A660CD}" type="parTrans" cxnId="{2F636093-7521-4D9D-A107-5A2344AF407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BE7A7A2-234D-4BEA-BE3B-C5838D8BAAD6}" type="sibTrans" cxnId="{2F636093-7521-4D9D-A107-5A2344AF4073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953091AE-9215-4952-B563-B598C85A98BE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شکاف استنباطی (برداشتی)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rtl="1"/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وقتی مشتری برداشت اشتباهی از نیت یا سیاست سالن داره.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gm:t>
    </dgm:pt>
    <dgm:pt modelId="{74A865EC-44BF-42AD-9979-F1A567CCC66E}" type="parTrans" cxnId="{3710654D-545B-41B6-BAB4-89423FFD6FB5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FF311649-A470-4CA3-9DEE-C2CA6F9BC0D3}" type="sibTrans" cxnId="{3710654D-545B-41B6-BAB4-89423FFD6FB5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B2F22FB-E3BE-4880-9B85-C7C5BF292849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ar-SA" sz="1600" dirty="0">
              <a:solidFill>
                <a:srgbClr val="000066"/>
              </a:solidFill>
              <a:cs typeface="B Mitra" panose="00000400000000000000" pitchFamily="2" charset="-78"/>
            </a:rPr>
            <a:t>شکاف ادراکی</a:t>
          </a:r>
          <a:endParaRPr lang="fa-IR" sz="1600" dirty="0">
            <a:solidFill>
              <a:srgbClr val="000066"/>
            </a:solidFill>
            <a:cs typeface="B Mitra" panose="00000400000000000000" pitchFamily="2" charset="-78"/>
          </a:endParaRPr>
        </a:p>
        <a:p>
          <a:pPr rtl="1"/>
          <a:r>
            <a:rPr lang="ar-SA" sz="1600" dirty="0">
              <a:solidFill>
                <a:srgbClr val="000066"/>
              </a:solidFill>
              <a:cs typeface="B Mitra" panose="00000400000000000000" pitchFamily="2" charset="-78"/>
            </a:rPr>
            <a:t>وقتی برداشت مشتری از نتیجه یا خدمات با تصور ذهنی خودش فرق داره.</a:t>
          </a:r>
          <a:endParaRPr lang="fa-IR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20301F58-8CE8-499F-8D2D-D1522C9D6EC7}" type="parTrans" cxnId="{55328F7A-FF33-4229-841E-4564DDA672C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2EF54F9-85FB-48CC-884D-B5DB933E2226}" type="sibTrans" cxnId="{55328F7A-FF33-4229-841E-4564DDA672CB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1480101A-CEF2-4009-A7D8-FD60AE3D3F00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ar-SA" sz="1600" dirty="0">
              <a:solidFill>
                <a:srgbClr val="000066"/>
              </a:solidFill>
              <a:cs typeface="B Mitra" panose="00000400000000000000" pitchFamily="2" charset="-78"/>
            </a:rPr>
            <a:t>شکاف اطلاع‌رسانی</a:t>
          </a:r>
          <a:endParaRPr lang="fa-IR" sz="1600" dirty="0">
            <a:solidFill>
              <a:srgbClr val="000066"/>
            </a:solidFill>
            <a:cs typeface="B Mitra" panose="00000400000000000000" pitchFamily="2" charset="-78"/>
          </a:endParaRPr>
        </a:p>
        <a:p>
          <a:pPr rtl="1"/>
          <a:r>
            <a:rPr lang="ar-SA" sz="1600" dirty="0">
              <a:solidFill>
                <a:srgbClr val="000066"/>
              </a:solidFill>
              <a:cs typeface="B Mitra" panose="00000400000000000000" pitchFamily="2" charset="-78"/>
            </a:rPr>
            <a:t>وقتی اطلاعات کافی، درست یا هماهنگ به مشتری داده نمی‌شه.</a:t>
          </a:r>
          <a:endParaRPr lang="fa-IR" sz="16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A7EC6A7F-8ABC-4E2A-B319-9ED7CC972F34}" type="parTrans" cxnId="{7DE09CFD-93D6-48F2-9B6B-778323E7519F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E826411-D02B-4909-A9D6-3307E7287DB1}" type="sibTrans" cxnId="{7DE09CFD-93D6-48F2-9B6B-778323E7519F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8C4BC59E-7FFE-4620-8237-81D6A6B0CEBC}">
      <dgm:prSet phldrT="[Text]" custT="1"/>
      <dgm:spPr>
        <a:solidFill>
          <a:srgbClr val="D49CAD"/>
        </a:solidFill>
      </dgm:spPr>
      <dgm:t>
        <a:bodyPr/>
        <a:lstStyle/>
        <a:p>
          <a:pPr rtl="1"/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شکاف رفتاری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rtl="1"/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وقتی رفتار پرسنل با مشتری حس احترام، همدلی یا توجه لازم رو منتقل نمی‌کنه.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65CFB82-35F1-43D3-A02B-D0C576907D65}" type="parTrans" cxnId="{BE76AEAF-4FBF-4BFF-AA00-B0559897C6F9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C19A2FB0-1741-4F6A-AE26-BFB698AF39EA}" type="sibTrans" cxnId="{BE76AEAF-4FBF-4BFF-AA00-B0559897C6F9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55A0F54A-8676-4A5C-9B9D-5B05926F3308}">
      <dgm:prSet phldrT="[Text]" custT="1"/>
      <dgm:spPr>
        <a:solidFill>
          <a:srgbClr val="D49CAD"/>
        </a:solidFill>
      </dgm:spPr>
      <dgm:t>
        <a:bodyPr/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شکاف رویه‌ای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وقتی فرآیند انجام کارها منظم یا استاندارد نیست.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4EAECC86-FF5F-4BDE-9656-78DDAF57E4FE}" type="parTrans" cxnId="{E33E3FDE-A322-4C58-810C-359CC2D97477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0E609FE9-3973-4131-8893-80BDB4EDFBA1}" type="sibTrans" cxnId="{E33E3FDE-A322-4C58-810C-359CC2D97477}">
      <dgm:prSet/>
      <dgm:spPr/>
      <dgm:t>
        <a:bodyPr/>
        <a:lstStyle/>
        <a:p>
          <a:pPr rtl="1"/>
          <a:endParaRPr lang="en-US" sz="1600">
            <a:solidFill>
              <a:srgbClr val="000066"/>
            </a:solidFill>
            <a:cs typeface="B Mitra" panose="00000400000000000000" pitchFamily="2" charset="-78"/>
          </a:endParaRPr>
        </a:p>
      </dgm:t>
    </dgm:pt>
    <dgm:pt modelId="{63D0F561-3EF1-4A9B-ABAF-4537865D8109}" type="pres">
      <dgm:prSet presAssocID="{BF904027-7CB4-4490-94B1-BBAAB5070924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5A538A1-1DCB-452A-9D99-C9AA37AC1F13}" type="pres">
      <dgm:prSet presAssocID="{4ECAF36E-C432-49B9-B9CA-7312C14AA3AC}" presName="centerShape" presStyleLbl="node0" presStyleIdx="0" presStyleCnt="1"/>
      <dgm:spPr/>
    </dgm:pt>
    <dgm:pt modelId="{3BB51523-DE57-40BD-9922-91B90AF31793}" type="pres">
      <dgm:prSet presAssocID="{8ACC1060-062C-4C6D-ACF6-4B78A4A660CD}" presName="parTrans" presStyleLbl="bgSibTrans2D1" presStyleIdx="0" presStyleCnt="6"/>
      <dgm:spPr/>
    </dgm:pt>
    <dgm:pt modelId="{7BCD5688-487C-4926-A4F3-AD49D58E18CB}" type="pres">
      <dgm:prSet presAssocID="{A4189271-E05C-457D-A055-6FC2A2A0F1EF}" presName="node" presStyleLbl="node1" presStyleIdx="0" presStyleCnt="6">
        <dgm:presLayoutVars>
          <dgm:bulletEnabled val="1"/>
        </dgm:presLayoutVars>
      </dgm:prSet>
      <dgm:spPr/>
    </dgm:pt>
    <dgm:pt modelId="{2A40A558-9207-4B25-B35A-22C747BE2967}" type="pres">
      <dgm:prSet presAssocID="{74A865EC-44BF-42AD-9979-F1A567CCC66E}" presName="parTrans" presStyleLbl="bgSibTrans2D1" presStyleIdx="1" presStyleCnt="6"/>
      <dgm:spPr/>
    </dgm:pt>
    <dgm:pt modelId="{349FCF7F-8CB4-4FF6-B777-A344F2F2B232}" type="pres">
      <dgm:prSet presAssocID="{953091AE-9215-4952-B563-B598C85A98BE}" presName="node" presStyleLbl="node1" presStyleIdx="1" presStyleCnt="6">
        <dgm:presLayoutVars>
          <dgm:bulletEnabled val="1"/>
        </dgm:presLayoutVars>
      </dgm:prSet>
      <dgm:spPr/>
    </dgm:pt>
    <dgm:pt modelId="{0F0EF329-C0DD-400D-A066-56D1C13E4456}" type="pres">
      <dgm:prSet presAssocID="{665CFB82-35F1-43D3-A02B-D0C576907D65}" presName="parTrans" presStyleLbl="bgSibTrans2D1" presStyleIdx="2" presStyleCnt="6"/>
      <dgm:spPr/>
    </dgm:pt>
    <dgm:pt modelId="{26E056C1-4AB9-4523-BAA2-911997531FD3}" type="pres">
      <dgm:prSet presAssocID="{8C4BC59E-7FFE-4620-8237-81D6A6B0CEBC}" presName="node" presStyleLbl="node1" presStyleIdx="2" presStyleCnt="6">
        <dgm:presLayoutVars>
          <dgm:bulletEnabled val="1"/>
        </dgm:presLayoutVars>
      </dgm:prSet>
      <dgm:spPr/>
    </dgm:pt>
    <dgm:pt modelId="{C4B598AD-FA59-4C92-9CE4-541BE6E0B23E}" type="pres">
      <dgm:prSet presAssocID="{4EAECC86-FF5F-4BDE-9656-78DDAF57E4FE}" presName="parTrans" presStyleLbl="bgSibTrans2D1" presStyleIdx="3" presStyleCnt="6"/>
      <dgm:spPr/>
    </dgm:pt>
    <dgm:pt modelId="{DFF59125-0502-45D4-845A-5CC1CA2A0227}" type="pres">
      <dgm:prSet presAssocID="{55A0F54A-8676-4A5C-9B9D-5B05926F3308}" presName="node" presStyleLbl="node1" presStyleIdx="3" presStyleCnt="6">
        <dgm:presLayoutVars>
          <dgm:bulletEnabled val="1"/>
        </dgm:presLayoutVars>
      </dgm:prSet>
      <dgm:spPr/>
    </dgm:pt>
    <dgm:pt modelId="{0FE26C76-3AC0-4A2A-930C-3A75435BC2E4}" type="pres">
      <dgm:prSet presAssocID="{20301F58-8CE8-499F-8D2D-D1522C9D6EC7}" presName="parTrans" presStyleLbl="bgSibTrans2D1" presStyleIdx="4" presStyleCnt="6"/>
      <dgm:spPr/>
    </dgm:pt>
    <dgm:pt modelId="{4931DC46-82A0-43CF-B106-F172231C6B55}" type="pres">
      <dgm:prSet presAssocID="{CB2F22FB-E3BE-4880-9B85-C7C5BF292849}" presName="node" presStyleLbl="node1" presStyleIdx="4" presStyleCnt="6">
        <dgm:presLayoutVars>
          <dgm:bulletEnabled val="1"/>
        </dgm:presLayoutVars>
      </dgm:prSet>
      <dgm:spPr/>
    </dgm:pt>
    <dgm:pt modelId="{DFB71CC0-9185-425C-A4C1-8DE04CD84356}" type="pres">
      <dgm:prSet presAssocID="{A7EC6A7F-8ABC-4E2A-B319-9ED7CC972F34}" presName="parTrans" presStyleLbl="bgSibTrans2D1" presStyleIdx="5" presStyleCnt="6"/>
      <dgm:spPr/>
    </dgm:pt>
    <dgm:pt modelId="{DAB91C29-933E-4FCC-BD71-CA00925F256B}" type="pres">
      <dgm:prSet presAssocID="{1480101A-CEF2-4009-A7D8-FD60AE3D3F00}" presName="node" presStyleLbl="node1" presStyleIdx="5" presStyleCnt="6">
        <dgm:presLayoutVars>
          <dgm:bulletEnabled val="1"/>
        </dgm:presLayoutVars>
      </dgm:prSet>
      <dgm:spPr/>
    </dgm:pt>
  </dgm:ptLst>
  <dgm:cxnLst>
    <dgm:cxn modelId="{7A673503-3831-4415-8987-D09D2F7BE0F2}" type="presOf" srcId="{8C4BC59E-7FFE-4620-8237-81D6A6B0CEBC}" destId="{26E056C1-4AB9-4523-BAA2-911997531FD3}" srcOrd="0" destOrd="0" presId="urn:microsoft.com/office/officeart/2005/8/layout/radial4"/>
    <dgm:cxn modelId="{EDF78A0E-5E4E-4070-B82D-EBAC8AB24E7C}" type="presOf" srcId="{BF904027-7CB4-4490-94B1-BBAAB5070924}" destId="{63D0F561-3EF1-4A9B-ABAF-4537865D8109}" srcOrd="0" destOrd="0" presId="urn:microsoft.com/office/officeart/2005/8/layout/radial4"/>
    <dgm:cxn modelId="{305EA91E-7F44-4928-8AC5-08E770481F5F}" type="presOf" srcId="{55A0F54A-8676-4A5C-9B9D-5B05926F3308}" destId="{DFF59125-0502-45D4-845A-5CC1CA2A0227}" srcOrd="0" destOrd="0" presId="urn:microsoft.com/office/officeart/2005/8/layout/radial4"/>
    <dgm:cxn modelId="{8DB48A41-6D0B-4469-8D40-5D3146B9DBB9}" type="presOf" srcId="{CB2F22FB-E3BE-4880-9B85-C7C5BF292849}" destId="{4931DC46-82A0-43CF-B106-F172231C6B55}" srcOrd="0" destOrd="0" presId="urn:microsoft.com/office/officeart/2005/8/layout/radial4"/>
    <dgm:cxn modelId="{D97BFA42-3919-46A9-9256-9BA5727F4A34}" type="presOf" srcId="{A4189271-E05C-457D-A055-6FC2A2A0F1EF}" destId="{7BCD5688-487C-4926-A4F3-AD49D58E18CB}" srcOrd="0" destOrd="0" presId="urn:microsoft.com/office/officeart/2005/8/layout/radial4"/>
    <dgm:cxn modelId="{E2DAC943-5E0C-4C28-A967-95A0C63833B0}" srcId="{BF904027-7CB4-4490-94B1-BBAAB5070924}" destId="{4ECAF36E-C432-49B9-B9CA-7312C14AA3AC}" srcOrd="0" destOrd="0" parTransId="{C6F6B153-C0DD-4766-80BF-98C91EB94559}" sibTransId="{3F357B29-DEA6-4327-9B32-0A094D723ED5}"/>
    <dgm:cxn modelId="{3710654D-545B-41B6-BAB4-89423FFD6FB5}" srcId="{4ECAF36E-C432-49B9-B9CA-7312C14AA3AC}" destId="{953091AE-9215-4952-B563-B598C85A98BE}" srcOrd="1" destOrd="0" parTransId="{74A865EC-44BF-42AD-9979-F1A567CCC66E}" sibTransId="{FF311649-A470-4CA3-9DEE-C2CA6F9BC0D3}"/>
    <dgm:cxn modelId="{9F25804D-3FE9-408F-8015-29FF9BC0D8A8}" type="presOf" srcId="{665CFB82-35F1-43D3-A02B-D0C576907D65}" destId="{0F0EF329-C0DD-400D-A066-56D1C13E4456}" srcOrd="0" destOrd="0" presId="urn:microsoft.com/office/officeart/2005/8/layout/radial4"/>
    <dgm:cxn modelId="{55328F7A-FF33-4229-841E-4564DDA672CB}" srcId="{4ECAF36E-C432-49B9-B9CA-7312C14AA3AC}" destId="{CB2F22FB-E3BE-4880-9B85-C7C5BF292849}" srcOrd="4" destOrd="0" parTransId="{20301F58-8CE8-499F-8D2D-D1522C9D6EC7}" sibTransId="{02EF54F9-85FB-48CC-884D-B5DB933E2226}"/>
    <dgm:cxn modelId="{2838F789-8CBB-4C78-89E5-DF4E8A12E3CF}" type="presOf" srcId="{4EAECC86-FF5F-4BDE-9656-78DDAF57E4FE}" destId="{C4B598AD-FA59-4C92-9CE4-541BE6E0B23E}" srcOrd="0" destOrd="0" presId="urn:microsoft.com/office/officeart/2005/8/layout/radial4"/>
    <dgm:cxn modelId="{2F636093-7521-4D9D-A107-5A2344AF4073}" srcId="{4ECAF36E-C432-49B9-B9CA-7312C14AA3AC}" destId="{A4189271-E05C-457D-A055-6FC2A2A0F1EF}" srcOrd="0" destOrd="0" parTransId="{8ACC1060-062C-4C6D-ACF6-4B78A4A660CD}" sibTransId="{4BE7A7A2-234D-4BEA-BE3B-C5838D8BAAD6}"/>
    <dgm:cxn modelId="{D289B394-5D18-4719-B21E-7FB0E696DE6F}" type="presOf" srcId="{1480101A-CEF2-4009-A7D8-FD60AE3D3F00}" destId="{DAB91C29-933E-4FCC-BD71-CA00925F256B}" srcOrd="0" destOrd="0" presId="urn:microsoft.com/office/officeart/2005/8/layout/radial4"/>
    <dgm:cxn modelId="{A3EA519D-B995-46C7-82E4-232DB5AE207F}" type="presOf" srcId="{8ACC1060-062C-4C6D-ACF6-4B78A4A660CD}" destId="{3BB51523-DE57-40BD-9922-91B90AF31793}" srcOrd="0" destOrd="0" presId="urn:microsoft.com/office/officeart/2005/8/layout/radial4"/>
    <dgm:cxn modelId="{BE76AEAF-4FBF-4BFF-AA00-B0559897C6F9}" srcId="{4ECAF36E-C432-49B9-B9CA-7312C14AA3AC}" destId="{8C4BC59E-7FFE-4620-8237-81D6A6B0CEBC}" srcOrd="2" destOrd="0" parTransId="{665CFB82-35F1-43D3-A02B-D0C576907D65}" sibTransId="{C19A2FB0-1741-4F6A-AE26-BFB698AF39EA}"/>
    <dgm:cxn modelId="{8C121AD5-7547-46B3-93D4-B933E92DF912}" type="presOf" srcId="{20301F58-8CE8-499F-8D2D-D1522C9D6EC7}" destId="{0FE26C76-3AC0-4A2A-930C-3A75435BC2E4}" srcOrd="0" destOrd="0" presId="urn:microsoft.com/office/officeart/2005/8/layout/radial4"/>
    <dgm:cxn modelId="{E06AAFD8-F9EA-4AD2-822C-15A33BCAAA28}" type="presOf" srcId="{953091AE-9215-4952-B563-B598C85A98BE}" destId="{349FCF7F-8CB4-4FF6-B777-A344F2F2B232}" srcOrd="0" destOrd="0" presId="urn:microsoft.com/office/officeart/2005/8/layout/radial4"/>
    <dgm:cxn modelId="{A3F209DA-A0DF-42F7-B02B-B4F738384C29}" type="presOf" srcId="{74A865EC-44BF-42AD-9979-F1A567CCC66E}" destId="{2A40A558-9207-4B25-B35A-22C747BE2967}" srcOrd="0" destOrd="0" presId="urn:microsoft.com/office/officeart/2005/8/layout/radial4"/>
    <dgm:cxn modelId="{E33E3FDE-A322-4C58-810C-359CC2D97477}" srcId="{4ECAF36E-C432-49B9-B9CA-7312C14AA3AC}" destId="{55A0F54A-8676-4A5C-9B9D-5B05926F3308}" srcOrd="3" destOrd="0" parTransId="{4EAECC86-FF5F-4BDE-9656-78DDAF57E4FE}" sibTransId="{0E609FE9-3973-4131-8893-80BDB4EDFBA1}"/>
    <dgm:cxn modelId="{7DEC50F3-4685-44D9-B720-A9BDF20427EA}" type="presOf" srcId="{4ECAF36E-C432-49B9-B9CA-7312C14AA3AC}" destId="{25A538A1-1DCB-452A-9D99-C9AA37AC1F13}" srcOrd="0" destOrd="0" presId="urn:microsoft.com/office/officeart/2005/8/layout/radial4"/>
    <dgm:cxn modelId="{7CA98CFA-FACC-43C2-830D-F1701B5EED47}" type="presOf" srcId="{A7EC6A7F-8ABC-4E2A-B319-9ED7CC972F34}" destId="{DFB71CC0-9185-425C-A4C1-8DE04CD84356}" srcOrd="0" destOrd="0" presId="urn:microsoft.com/office/officeart/2005/8/layout/radial4"/>
    <dgm:cxn modelId="{7DE09CFD-93D6-48F2-9B6B-778323E7519F}" srcId="{4ECAF36E-C432-49B9-B9CA-7312C14AA3AC}" destId="{1480101A-CEF2-4009-A7D8-FD60AE3D3F00}" srcOrd="5" destOrd="0" parTransId="{A7EC6A7F-8ABC-4E2A-B319-9ED7CC972F34}" sibTransId="{4E826411-D02B-4909-A9D6-3307E7287DB1}"/>
    <dgm:cxn modelId="{AE33DEA9-96A4-4234-8362-E2D036E39E86}" type="presParOf" srcId="{63D0F561-3EF1-4A9B-ABAF-4537865D8109}" destId="{25A538A1-1DCB-452A-9D99-C9AA37AC1F13}" srcOrd="0" destOrd="0" presId="urn:microsoft.com/office/officeart/2005/8/layout/radial4"/>
    <dgm:cxn modelId="{2E7557FA-43FB-41BB-836A-9D84995D3FA2}" type="presParOf" srcId="{63D0F561-3EF1-4A9B-ABAF-4537865D8109}" destId="{3BB51523-DE57-40BD-9922-91B90AF31793}" srcOrd="1" destOrd="0" presId="urn:microsoft.com/office/officeart/2005/8/layout/radial4"/>
    <dgm:cxn modelId="{9C599DAA-FFA3-459B-8876-CB56FEED002C}" type="presParOf" srcId="{63D0F561-3EF1-4A9B-ABAF-4537865D8109}" destId="{7BCD5688-487C-4926-A4F3-AD49D58E18CB}" srcOrd="2" destOrd="0" presId="urn:microsoft.com/office/officeart/2005/8/layout/radial4"/>
    <dgm:cxn modelId="{EB6A3E76-FA4A-4514-AE7D-EAF1ABC9FBF8}" type="presParOf" srcId="{63D0F561-3EF1-4A9B-ABAF-4537865D8109}" destId="{2A40A558-9207-4B25-B35A-22C747BE2967}" srcOrd="3" destOrd="0" presId="urn:microsoft.com/office/officeart/2005/8/layout/radial4"/>
    <dgm:cxn modelId="{5BCC8143-C070-4636-B1B2-1257B6D2B915}" type="presParOf" srcId="{63D0F561-3EF1-4A9B-ABAF-4537865D8109}" destId="{349FCF7F-8CB4-4FF6-B777-A344F2F2B232}" srcOrd="4" destOrd="0" presId="urn:microsoft.com/office/officeart/2005/8/layout/radial4"/>
    <dgm:cxn modelId="{D39ABD90-5F13-43F7-BB34-F990C1AA8265}" type="presParOf" srcId="{63D0F561-3EF1-4A9B-ABAF-4537865D8109}" destId="{0F0EF329-C0DD-400D-A066-56D1C13E4456}" srcOrd="5" destOrd="0" presId="urn:microsoft.com/office/officeart/2005/8/layout/radial4"/>
    <dgm:cxn modelId="{B9115BB2-5910-4D28-B09F-F3C76C952ADB}" type="presParOf" srcId="{63D0F561-3EF1-4A9B-ABAF-4537865D8109}" destId="{26E056C1-4AB9-4523-BAA2-911997531FD3}" srcOrd="6" destOrd="0" presId="urn:microsoft.com/office/officeart/2005/8/layout/radial4"/>
    <dgm:cxn modelId="{CF26604F-83BE-4248-94B8-1C073211CC60}" type="presParOf" srcId="{63D0F561-3EF1-4A9B-ABAF-4537865D8109}" destId="{C4B598AD-FA59-4C92-9CE4-541BE6E0B23E}" srcOrd="7" destOrd="0" presId="urn:microsoft.com/office/officeart/2005/8/layout/radial4"/>
    <dgm:cxn modelId="{8F093230-CB2C-4590-80C0-E2EED81FDD8D}" type="presParOf" srcId="{63D0F561-3EF1-4A9B-ABAF-4537865D8109}" destId="{DFF59125-0502-45D4-845A-5CC1CA2A0227}" srcOrd="8" destOrd="0" presId="urn:microsoft.com/office/officeart/2005/8/layout/radial4"/>
    <dgm:cxn modelId="{B76361F0-6CB9-47AF-BF73-1F1EC8CC2693}" type="presParOf" srcId="{63D0F561-3EF1-4A9B-ABAF-4537865D8109}" destId="{0FE26C76-3AC0-4A2A-930C-3A75435BC2E4}" srcOrd="9" destOrd="0" presId="urn:microsoft.com/office/officeart/2005/8/layout/radial4"/>
    <dgm:cxn modelId="{3043CB70-4DBD-4CD4-AE9B-D7AE3E2DC20C}" type="presParOf" srcId="{63D0F561-3EF1-4A9B-ABAF-4537865D8109}" destId="{4931DC46-82A0-43CF-B106-F172231C6B55}" srcOrd="10" destOrd="0" presId="urn:microsoft.com/office/officeart/2005/8/layout/radial4"/>
    <dgm:cxn modelId="{5C26AAB9-D00C-4EE8-800B-F580E22589E3}" type="presParOf" srcId="{63D0F561-3EF1-4A9B-ABAF-4537865D8109}" destId="{DFB71CC0-9185-425C-A4C1-8DE04CD84356}" srcOrd="11" destOrd="0" presId="urn:microsoft.com/office/officeart/2005/8/layout/radial4"/>
    <dgm:cxn modelId="{AD843914-10DA-4236-A6D2-F5AF643D0751}" type="presParOf" srcId="{63D0F561-3EF1-4A9B-ABAF-4537865D8109}" destId="{DAB91C29-933E-4FCC-BD71-CA00925F256B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7DC246-BD7F-4F4A-9959-95EC89CA3E36}">
      <dsp:nvSpPr>
        <dsp:cNvPr id="0" name=""/>
        <dsp:cNvSpPr/>
      </dsp:nvSpPr>
      <dsp:spPr>
        <a:xfrm>
          <a:off x="0" y="1313"/>
          <a:ext cx="8128000" cy="591969"/>
        </a:xfrm>
        <a:prstGeom prst="roundRect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cs typeface="B Mitra" panose="00000400000000000000" pitchFamily="2" charset="-78"/>
            </a:rPr>
            <a:t>الف) مفهوم بازاریابی/ اهمیت سیستم بازاریابی/ هدف بازاریابی</a:t>
          </a:r>
          <a:endParaRPr lang="en-US" sz="28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28898" y="30211"/>
        <a:ext cx="8070204" cy="534173"/>
      </dsp:txXfrm>
    </dsp:sp>
    <dsp:sp modelId="{2721751D-26AE-4483-8305-179405514177}">
      <dsp:nvSpPr>
        <dsp:cNvPr id="0" name=""/>
        <dsp:cNvSpPr/>
      </dsp:nvSpPr>
      <dsp:spPr>
        <a:xfrm>
          <a:off x="0" y="604322"/>
          <a:ext cx="8128000" cy="591969"/>
        </a:xfrm>
        <a:prstGeom prst="roundRect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cs typeface="B Mitra" panose="00000400000000000000" pitchFamily="2" charset="-78"/>
            </a:rPr>
            <a:t>ب) بازاریابی با رویکرد سفر مشتری</a:t>
          </a:r>
          <a:endParaRPr lang="en-US" sz="28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28898" y="633220"/>
        <a:ext cx="8070204" cy="534173"/>
      </dsp:txXfrm>
    </dsp:sp>
    <dsp:sp modelId="{60C1E6C5-ACC3-4A84-AFE9-1BD5B1E7EAAC}">
      <dsp:nvSpPr>
        <dsp:cNvPr id="0" name=""/>
        <dsp:cNvSpPr/>
      </dsp:nvSpPr>
      <dsp:spPr>
        <a:xfrm>
          <a:off x="0" y="1207331"/>
          <a:ext cx="8128000" cy="591969"/>
        </a:xfrm>
        <a:prstGeom prst="roundRect">
          <a:avLst/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cs typeface="B Mitra" panose="00000400000000000000" pitchFamily="2" charset="-78"/>
            </a:rPr>
            <a:t>1. مرحله غریبه با برند</a:t>
          </a:r>
          <a:endParaRPr lang="en-US" sz="28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28898" y="1236229"/>
        <a:ext cx="8070204" cy="534173"/>
      </dsp:txXfrm>
    </dsp:sp>
    <dsp:sp modelId="{D83D931F-170A-4718-ACCC-FAB9368B8727}">
      <dsp:nvSpPr>
        <dsp:cNvPr id="0" name=""/>
        <dsp:cNvSpPr/>
      </dsp:nvSpPr>
      <dsp:spPr>
        <a:xfrm>
          <a:off x="0" y="1810339"/>
          <a:ext cx="8128000" cy="591969"/>
        </a:xfrm>
        <a:prstGeom prst="roundRect">
          <a:avLst/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cs typeface="B Mitra" panose="00000400000000000000" pitchFamily="2" charset="-78"/>
            </a:rPr>
            <a:t>2. مرحله آشنایی با برند</a:t>
          </a:r>
          <a:endParaRPr lang="en-US" sz="28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28898" y="1839237"/>
        <a:ext cx="8070204" cy="534173"/>
      </dsp:txXfrm>
    </dsp:sp>
    <dsp:sp modelId="{79A67C76-FFBD-49B6-89AB-E2EF4799BE74}">
      <dsp:nvSpPr>
        <dsp:cNvPr id="0" name=""/>
        <dsp:cNvSpPr/>
      </dsp:nvSpPr>
      <dsp:spPr>
        <a:xfrm>
          <a:off x="0" y="2413348"/>
          <a:ext cx="8128000" cy="591969"/>
        </a:xfrm>
        <a:prstGeom prst="roundRect">
          <a:avLst/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cs typeface="B Mitra" panose="00000400000000000000" pitchFamily="2" charset="-78"/>
            </a:rPr>
            <a:t>3. مرحله توجه و علاقه</a:t>
          </a:r>
          <a:endParaRPr lang="en-US" sz="28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28898" y="2442246"/>
        <a:ext cx="8070204" cy="534173"/>
      </dsp:txXfrm>
    </dsp:sp>
    <dsp:sp modelId="{2D211DB9-03D6-49C6-91BA-F8D7E4BCB525}">
      <dsp:nvSpPr>
        <dsp:cNvPr id="0" name=""/>
        <dsp:cNvSpPr/>
      </dsp:nvSpPr>
      <dsp:spPr>
        <a:xfrm>
          <a:off x="0" y="3016357"/>
          <a:ext cx="8128000" cy="591969"/>
        </a:xfrm>
        <a:prstGeom prst="roundRect">
          <a:avLst/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cs typeface="B Mitra" panose="00000400000000000000" pitchFamily="2" charset="-78"/>
            </a:rPr>
            <a:t>4. مرحله اولین تجربه</a:t>
          </a:r>
          <a:endParaRPr lang="en-US" sz="28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28898" y="3045255"/>
        <a:ext cx="8070204" cy="534173"/>
      </dsp:txXfrm>
    </dsp:sp>
    <dsp:sp modelId="{B703754A-9A04-4951-8729-782CF68B205C}">
      <dsp:nvSpPr>
        <dsp:cNvPr id="0" name=""/>
        <dsp:cNvSpPr/>
      </dsp:nvSpPr>
      <dsp:spPr>
        <a:xfrm>
          <a:off x="0" y="3619366"/>
          <a:ext cx="8128000" cy="591969"/>
        </a:xfrm>
        <a:prstGeom prst="roundRect">
          <a:avLst/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cs typeface="B Mitra" panose="00000400000000000000" pitchFamily="2" charset="-78"/>
            </a:rPr>
            <a:t>5. مرحله تکرار تجربه و رضایت</a:t>
          </a:r>
          <a:endParaRPr lang="en-US" sz="28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28898" y="3648264"/>
        <a:ext cx="8070204" cy="534173"/>
      </dsp:txXfrm>
    </dsp:sp>
    <dsp:sp modelId="{A4BE3665-6541-4182-9EF4-EAC9AE31D7D0}">
      <dsp:nvSpPr>
        <dsp:cNvPr id="0" name=""/>
        <dsp:cNvSpPr/>
      </dsp:nvSpPr>
      <dsp:spPr>
        <a:xfrm>
          <a:off x="0" y="4222375"/>
          <a:ext cx="8128000" cy="591969"/>
        </a:xfrm>
        <a:prstGeom prst="roundRect">
          <a:avLst/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6. مرحله وفاداری/طرفداری</a:t>
          </a:r>
          <a:endParaRPr lang="en-US" sz="2800" kern="1200" dirty="0">
            <a:solidFill>
              <a:srgbClr val="374183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28898" y="4251273"/>
        <a:ext cx="8070204" cy="534173"/>
      </dsp:txXfrm>
    </dsp:sp>
    <dsp:sp modelId="{5DA30AB1-9F6B-45BA-8258-C16FD161ED35}">
      <dsp:nvSpPr>
        <dsp:cNvPr id="0" name=""/>
        <dsp:cNvSpPr/>
      </dsp:nvSpPr>
      <dsp:spPr>
        <a:xfrm>
          <a:off x="0" y="4825383"/>
          <a:ext cx="8128000" cy="591969"/>
        </a:xfrm>
        <a:prstGeom prst="roundRect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kern="1200" dirty="0">
              <a:solidFill>
                <a:srgbClr val="374183"/>
              </a:solidFill>
              <a:cs typeface="B Mitra" panose="00000400000000000000" pitchFamily="2" charset="-78"/>
            </a:rPr>
            <a:t>ج) بازگشت مشتریان از دست رفته</a:t>
          </a:r>
          <a:endParaRPr lang="en-US" sz="28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28898" y="4854281"/>
        <a:ext cx="8070204" cy="5341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FF712-0A74-4BA2-868F-89C508652F9A}">
      <dsp:nvSpPr>
        <dsp:cNvPr id="0" name=""/>
        <dsp:cNvSpPr/>
      </dsp:nvSpPr>
      <dsp:spPr>
        <a:xfrm>
          <a:off x="4264072" y="2772477"/>
          <a:ext cx="2645717" cy="2645717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40005" rIns="40005" bIns="40005" numCol="1" spcCol="1270" anchor="ctr" anchorCtr="0">
          <a:noAutofit/>
        </a:bodyPr>
        <a:lstStyle/>
        <a:p>
          <a:pPr marL="0" lvl="0" indent="0" algn="ctr" defTabSz="2800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6300" kern="1200" dirty="0">
              <a:solidFill>
                <a:srgbClr val="374183"/>
              </a:solidFill>
              <a:cs typeface="B Mitra" panose="00000400000000000000" pitchFamily="2" charset="-78"/>
            </a:rPr>
            <a:t>بازاریابی</a:t>
          </a:r>
          <a:endParaRPr lang="en-US" sz="63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4651528" y="3159933"/>
        <a:ext cx="1870805" cy="1870805"/>
      </dsp:txXfrm>
    </dsp:sp>
    <dsp:sp modelId="{9525DAD6-E132-4ED0-935E-627FB4FB867D}">
      <dsp:nvSpPr>
        <dsp:cNvPr id="0" name=""/>
        <dsp:cNvSpPr/>
      </dsp:nvSpPr>
      <dsp:spPr>
        <a:xfrm rot="11700000">
          <a:off x="2260623" y="3091142"/>
          <a:ext cx="1971287" cy="754029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5C0630-D482-40EA-AD46-24D2817937AE}">
      <dsp:nvSpPr>
        <dsp:cNvPr id="0" name=""/>
        <dsp:cNvSpPr/>
      </dsp:nvSpPr>
      <dsp:spPr>
        <a:xfrm>
          <a:off x="1037492" y="2207681"/>
          <a:ext cx="2513431" cy="2010745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b="0" kern="1200" dirty="0">
              <a:solidFill>
                <a:srgbClr val="002060"/>
              </a:solidFill>
              <a:cs typeface="B Mitra" panose="00000400000000000000" pitchFamily="2" charset="-78"/>
            </a:rPr>
            <a:t>آشناسازی غریبه ها با مجموعه و خدمات</a:t>
          </a:r>
          <a:endParaRPr lang="en-US" sz="2400" b="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1096385" y="2266574"/>
        <a:ext cx="2395645" cy="1892959"/>
      </dsp:txXfrm>
    </dsp:sp>
    <dsp:sp modelId="{AE258791-A018-4BF4-9FC1-2B63E92EE221}">
      <dsp:nvSpPr>
        <dsp:cNvPr id="0" name=""/>
        <dsp:cNvSpPr/>
      </dsp:nvSpPr>
      <dsp:spPr>
        <a:xfrm rot="14700000">
          <a:off x="3577184" y="1522126"/>
          <a:ext cx="1971287" cy="754029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4ED921-089C-44EC-9D45-F683381E8C92}">
      <dsp:nvSpPr>
        <dsp:cNvPr id="0" name=""/>
        <dsp:cNvSpPr/>
      </dsp:nvSpPr>
      <dsp:spPr>
        <a:xfrm>
          <a:off x="2889561" y="471"/>
          <a:ext cx="2513431" cy="2010745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b="0" kern="1200" dirty="0">
              <a:solidFill>
                <a:srgbClr val="002060"/>
              </a:solidFill>
              <a:cs typeface="B Mitra" panose="00000400000000000000" pitchFamily="2" charset="-78"/>
            </a:rPr>
            <a:t>در </a:t>
          </a:r>
          <a:r>
            <a:rPr lang="ar-SA" sz="2400" b="0" kern="1200" dirty="0">
              <a:solidFill>
                <a:srgbClr val="002060"/>
              </a:solidFill>
              <a:cs typeface="B Mitra" panose="00000400000000000000" pitchFamily="2" charset="-78"/>
            </a:rPr>
            <a:t>بازاریابی به دنبال توجه هستیم. در عصر توجه به دنبال خلق توجه هستیم</a:t>
          </a:r>
          <a:endParaRPr lang="en-US" sz="2400" b="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2948454" y="59364"/>
        <a:ext cx="2395645" cy="1892959"/>
      </dsp:txXfrm>
    </dsp:sp>
    <dsp:sp modelId="{5EF69954-73F8-4E6A-8AA4-2081B98A679B}">
      <dsp:nvSpPr>
        <dsp:cNvPr id="0" name=""/>
        <dsp:cNvSpPr/>
      </dsp:nvSpPr>
      <dsp:spPr>
        <a:xfrm rot="17700000">
          <a:off x="5625390" y="1522126"/>
          <a:ext cx="1971287" cy="754029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2E396B-AF3A-4EDF-99C4-203FDC5E07B2}">
      <dsp:nvSpPr>
        <dsp:cNvPr id="0" name=""/>
        <dsp:cNvSpPr/>
      </dsp:nvSpPr>
      <dsp:spPr>
        <a:xfrm>
          <a:off x="5770869" y="471"/>
          <a:ext cx="2513431" cy="2010745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ar-SA" sz="2400" b="0" kern="1200" dirty="0">
              <a:solidFill>
                <a:srgbClr val="002060"/>
              </a:solidFill>
              <a:cs typeface="B Mitra" panose="00000400000000000000" pitchFamily="2" charset="-78"/>
            </a:rPr>
            <a:t>اقداماتی که انجام میدهیم برای فروش در آینده</a:t>
          </a:r>
          <a:endParaRPr lang="fa-IR" sz="2400" b="0" kern="1200" dirty="0">
            <a:solidFill>
              <a:srgbClr val="002060"/>
            </a:solidFill>
            <a:cs typeface="B Mitra" panose="00000400000000000000" pitchFamily="2" charset="-78"/>
          </a:endParaRPr>
        </a:p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fa-IR" sz="2400" b="0" kern="1200" dirty="0">
              <a:solidFill>
                <a:srgbClr val="002060"/>
              </a:solidFill>
              <a:cs typeface="B Mitra" panose="00000400000000000000" pitchFamily="2" charset="-78"/>
            </a:rPr>
            <a:t>(</a:t>
          </a:r>
          <a:r>
            <a:rPr lang="ar-SA" sz="2400" b="0" kern="1200" dirty="0">
              <a:solidFill>
                <a:srgbClr val="002060"/>
              </a:solidFill>
              <a:cs typeface="B Mitra" panose="00000400000000000000" pitchFamily="2" charset="-78"/>
            </a:rPr>
            <a:t>فروش در زمان حال</a:t>
          </a:r>
          <a:r>
            <a:rPr lang="fa-IR" sz="2400" b="0" kern="1200" dirty="0">
              <a:solidFill>
                <a:srgbClr val="002060"/>
              </a:solidFill>
              <a:cs typeface="B Mitra" panose="00000400000000000000" pitchFamily="2" charset="-78"/>
            </a:rPr>
            <a:t>)</a:t>
          </a:r>
          <a:endParaRPr lang="en-US" sz="2400" b="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829762" y="59364"/>
        <a:ext cx="2395645" cy="1892959"/>
      </dsp:txXfrm>
    </dsp:sp>
    <dsp:sp modelId="{B56A34CB-A605-445E-ADCC-A0481AEDD5A2}">
      <dsp:nvSpPr>
        <dsp:cNvPr id="0" name=""/>
        <dsp:cNvSpPr/>
      </dsp:nvSpPr>
      <dsp:spPr>
        <a:xfrm rot="20700000">
          <a:off x="6941951" y="3091142"/>
          <a:ext cx="1971287" cy="754029"/>
        </a:xfrm>
        <a:prstGeom prst="leftArrow">
          <a:avLst>
            <a:gd name="adj1" fmla="val 60000"/>
            <a:gd name="adj2" fmla="val 50000"/>
          </a:avLst>
        </a:prstGeom>
        <a:solidFill>
          <a:schemeClr val="accent5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93CD96-5574-43DE-BE45-F935EDF8A12E}">
      <dsp:nvSpPr>
        <dsp:cNvPr id="0" name=""/>
        <dsp:cNvSpPr/>
      </dsp:nvSpPr>
      <dsp:spPr>
        <a:xfrm>
          <a:off x="7622938" y="2207681"/>
          <a:ext cx="2513431" cy="2010745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ar-SA" sz="2400" b="0" kern="1200" dirty="0">
              <a:solidFill>
                <a:srgbClr val="002060"/>
              </a:solidFill>
              <a:cs typeface="B Mitra" panose="00000400000000000000" pitchFamily="2" charset="-78"/>
            </a:rPr>
            <a:t>بازاریابی فرآیندی </a:t>
          </a:r>
          <a:r>
            <a:rPr lang="fa-IR" sz="2400" b="0" kern="1200" dirty="0">
              <a:solidFill>
                <a:srgbClr val="002060"/>
              </a:solidFill>
              <a:cs typeface="B Mitra" panose="00000400000000000000" pitchFamily="2" charset="-78"/>
            </a:rPr>
            <a:t>هست </a:t>
          </a:r>
          <a:r>
            <a:rPr lang="ar-SA" sz="2400" b="0" kern="1200" dirty="0">
              <a:solidFill>
                <a:srgbClr val="002060"/>
              </a:solidFill>
              <a:cs typeface="B Mitra" panose="00000400000000000000" pitchFamily="2" charset="-78"/>
            </a:rPr>
            <a:t>که در ازای کسب فایده از مشتری برای آنها فایده ایجاد کنیم و روابط با آنها را استحکام </a:t>
          </a:r>
          <a:r>
            <a:rPr lang="fa-IR" sz="2400" b="0" kern="1200" dirty="0">
              <a:solidFill>
                <a:srgbClr val="002060"/>
              </a:solidFill>
              <a:cs typeface="B Mitra" panose="00000400000000000000" pitchFamily="2" charset="-78"/>
            </a:rPr>
            <a:t>ب</a:t>
          </a:r>
          <a:r>
            <a:rPr lang="ar-SA" sz="2400" b="0" kern="1200" dirty="0">
              <a:solidFill>
                <a:srgbClr val="002060"/>
              </a:solidFill>
              <a:cs typeface="B Mitra" panose="00000400000000000000" pitchFamily="2" charset="-78"/>
            </a:rPr>
            <a:t>بخشیم.</a:t>
          </a:r>
          <a:endParaRPr lang="en-US" sz="2400" b="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7681831" y="2266574"/>
        <a:ext cx="2395645" cy="18929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D553D2-52E5-4C7A-A0E3-A7CE228E6EA5}">
      <dsp:nvSpPr>
        <dsp:cNvPr id="0" name=""/>
        <dsp:cNvSpPr/>
      </dsp:nvSpPr>
      <dsp:spPr>
        <a:xfrm>
          <a:off x="932" y="3707511"/>
          <a:ext cx="8126134" cy="1709208"/>
        </a:xfrm>
        <a:prstGeom prst="roundRect">
          <a:avLst>
            <a:gd name="adj" fmla="val 10000"/>
          </a:avLst>
        </a:prstGeom>
        <a:solidFill>
          <a:srgbClr val="C3778F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2060"/>
              </a:solidFill>
              <a:cs typeface="B Mitra" panose="00000400000000000000" pitchFamily="2" charset="-78"/>
            </a:rPr>
            <a:t>اعتقاد به اصل سخاوت،</a:t>
          </a:r>
          <a:r>
            <a:rPr lang="en-US" sz="3200" b="0" kern="1200" dirty="0">
              <a:solidFill>
                <a:srgbClr val="002060"/>
              </a:solidFill>
              <a:cs typeface="B Mitra" panose="00000400000000000000" pitchFamily="2" charset="-78"/>
            </a:rPr>
            <a:t>...</a:t>
          </a:r>
        </a:p>
      </dsp:txBody>
      <dsp:txXfrm>
        <a:off x="50993" y="3757572"/>
        <a:ext cx="8026012" cy="1609086"/>
      </dsp:txXfrm>
    </dsp:sp>
    <dsp:sp modelId="{C025DB2B-6B9F-46B5-BFEC-13AA9B583C0C}">
      <dsp:nvSpPr>
        <dsp:cNvPr id="0" name=""/>
        <dsp:cNvSpPr/>
      </dsp:nvSpPr>
      <dsp:spPr>
        <a:xfrm>
          <a:off x="932" y="1854729"/>
          <a:ext cx="5308242" cy="1709208"/>
        </a:xfrm>
        <a:prstGeom prst="roundRect">
          <a:avLst>
            <a:gd name="adj" fmla="val 10000"/>
          </a:avLst>
        </a:prstGeom>
        <a:solidFill>
          <a:srgbClr val="D49CA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000" b="0" kern="1200" dirty="0">
              <a:solidFill>
                <a:srgbClr val="002060"/>
              </a:solidFill>
              <a:cs typeface="B Mitra" panose="00000400000000000000" pitchFamily="2" charset="-78"/>
            </a:rPr>
            <a:t>یعنی 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شاید </a:t>
          </a:r>
          <a:r>
            <a:rPr lang="ar-SA" sz="2000" b="0" kern="1200" dirty="0">
              <a:solidFill>
                <a:srgbClr val="002060"/>
              </a:solidFill>
              <a:cs typeface="B Mitra" panose="00000400000000000000" pitchFamily="2" charset="-78"/>
            </a:rPr>
            <a:t>کسی هنوز ما رو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درست</a:t>
          </a:r>
          <a:r>
            <a:rPr lang="ar-SA" sz="2000" b="0" kern="1200" dirty="0">
              <a:solidFill>
                <a:srgbClr val="002060"/>
              </a:solidFill>
              <a:cs typeface="B Mitra" panose="00000400000000000000" pitchFamily="2" charset="-78"/>
            </a:rPr>
            <a:t> نمی‌شناسه،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 </a:t>
          </a:r>
          <a:br>
            <a:rPr lang="en-US" sz="2000" b="0" kern="1200" dirty="0">
              <a:solidFill>
                <a:srgbClr val="002060"/>
              </a:solidFill>
              <a:cs typeface="B Mitra" panose="00000400000000000000" pitchFamily="2" charset="-78"/>
            </a:rPr>
          </a:br>
          <a:r>
            <a:rPr lang="ar-SA" sz="2000" b="0" kern="1200" dirty="0">
              <a:solidFill>
                <a:srgbClr val="002060"/>
              </a:solidFill>
              <a:cs typeface="B Mitra" panose="00000400000000000000" pitchFamily="2" charset="-78"/>
            </a:rPr>
            <a:t>اما با 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ارتباط حرفه ای که باهاش برقرار میکنیم</a:t>
          </a:r>
          <a:br>
            <a:rPr lang="en-US" sz="2000" b="0" kern="1200" dirty="0">
              <a:solidFill>
                <a:srgbClr val="002060"/>
              </a:solidFill>
              <a:cs typeface="B Mitra" panose="00000400000000000000" pitchFamily="2" charset="-78"/>
            </a:rPr>
          </a:br>
          <a:r>
            <a:rPr lang="ar-SA" sz="2000" b="0" kern="1200" dirty="0">
              <a:solidFill>
                <a:srgbClr val="002060"/>
              </a:solidFill>
              <a:cs typeface="B Mitra" panose="00000400000000000000" pitchFamily="2" charset="-78"/>
            </a:rPr>
            <a:t>دلش بخواد قدم بذاره توی دنیای ما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 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b="0" kern="1200" dirty="0">
              <a:solidFill>
                <a:srgbClr val="002060"/>
              </a:solidFill>
              <a:cs typeface="B Mitra" panose="00000400000000000000" pitchFamily="2" charset="-78"/>
            </a:rPr>
            <a:t>(شبکه سازی و قبیله سازی/برکت ارتباطات درست)</a:t>
          </a:r>
          <a:endParaRPr lang="en-US" sz="1600" b="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0993" y="1904790"/>
        <a:ext cx="5208120" cy="1609086"/>
      </dsp:txXfrm>
    </dsp:sp>
    <dsp:sp modelId="{38038DB0-3CDF-4016-95B7-D1FFFF3072D8}">
      <dsp:nvSpPr>
        <dsp:cNvPr id="0" name=""/>
        <dsp:cNvSpPr/>
      </dsp:nvSpPr>
      <dsp:spPr>
        <a:xfrm>
          <a:off x="932" y="1947"/>
          <a:ext cx="2599531" cy="1709208"/>
        </a:xfrm>
        <a:prstGeom prst="roundRect">
          <a:avLst>
            <a:gd name="adj" fmla="val 10000"/>
          </a:avLst>
        </a:prstGeom>
        <a:solidFill>
          <a:srgbClr val="D49CA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توجه</a:t>
          </a:r>
          <a:r>
            <a:rPr lang="ar-SA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 کردن به آدم‌ها نه فقط به‌عنوان «مشتری</a:t>
          </a:r>
          <a:r>
            <a:rPr lang="fa-IR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»</a:t>
          </a:r>
          <a:r>
            <a:rPr lang="ar-SA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،</a:t>
          </a:r>
          <a:br>
            <a:rPr lang="en-US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</a:br>
          <a:r>
            <a:rPr lang="ar-SA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بلکه به‌عنوان دوست، مهمان،</a:t>
          </a:r>
          <a:r>
            <a:rPr lang="fa-IR" sz="20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کسی که دغدغه داره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(آدمها از آدمها خوششان میاد)</a:t>
          </a:r>
          <a:endParaRPr lang="en-US" sz="1600" b="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50993" y="52008"/>
        <a:ext cx="2499409" cy="1609086"/>
      </dsp:txXfrm>
    </dsp:sp>
    <dsp:sp modelId="{3B33066E-6733-46A7-813B-6B462B7D9420}">
      <dsp:nvSpPr>
        <dsp:cNvPr id="0" name=""/>
        <dsp:cNvSpPr/>
      </dsp:nvSpPr>
      <dsp:spPr>
        <a:xfrm>
          <a:off x="2709644" y="1947"/>
          <a:ext cx="2599531" cy="1709208"/>
        </a:xfrm>
        <a:prstGeom prst="roundRect">
          <a:avLst>
            <a:gd name="adj" fmla="val 10000"/>
          </a:avLst>
        </a:prstGeom>
        <a:solidFill>
          <a:srgbClr val="D49CA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000" b="0" kern="1200" dirty="0">
              <a:solidFill>
                <a:srgbClr val="002060"/>
              </a:solidFill>
              <a:cs typeface="B Mitra" panose="00000400000000000000" pitchFamily="2" charset="-78"/>
            </a:rPr>
            <a:t>بازاریابی یعنی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 دنبال برآورده کردن خواسته یا آرزوی</a:t>
          </a:r>
          <a:r>
            <a:rPr lang="ar-SA" sz="2000" b="0" kern="1200" dirty="0">
              <a:solidFill>
                <a:srgbClr val="002060"/>
              </a:solidFill>
              <a:cs typeface="B Mitra" panose="00000400000000000000" pitchFamily="2" charset="-78"/>
            </a:rPr>
            <a:t> 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آدمها باشیم، نیاز رو که همه برآورده میکنن. آدمها موقعی که تکراری باشیم ما رو رها میکنن</a:t>
          </a:r>
          <a:endParaRPr lang="en-US" sz="2000" b="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2759705" y="52008"/>
        <a:ext cx="2499409" cy="1609086"/>
      </dsp:txXfrm>
    </dsp:sp>
    <dsp:sp modelId="{7C9D7503-C29C-4411-8039-8E42A6E6646C}">
      <dsp:nvSpPr>
        <dsp:cNvPr id="0" name=""/>
        <dsp:cNvSpPr/>
      </dsp:nvSpPr>
      <dsp:spPr>
        <a:xfrm>
          <a:off x="5527536" y="1854729"/>
          <a:ext cx="2599531" cy="1709208"/>
        </a:xfrm>
        <a:prstGeom prst="roundRect">
          <a:avLst>
            <a:gd name="adj" fmla="val 10000"/>
          </a:avLst>
        </a:prstGeom>
        <a:solidFill>
          <a:srgbClr val="D49CA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0" u="sng" kern="1200" dirty="0">
              <a:solidFill>
                <a:srgbClr val="002060"/>
              </a:solidFill>
              <a:cs typeface="B Mitra" panose="00000400000000000000" pitchFamily="2" charset="-78"/>
            </a:rPr>
            <a:t>ساختن مشتری به جای یافتن مشتری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/ دادن جایگاه به مشتری / بزرگترین عدالت در تبعیض است</a:t>
          </a:r>
          <a:endParaRPr lang="en-US" sz="2000" b="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577597" y="1904790"/>
        <a:ext cx="2499409" cy="1609086"/>
      </dsp:txXfrm>
    </dsp:sp>
    <dsp:sp modelId="{F4976558-6DAC-4680-987D-48126754D7F4}">
      <dsp:nvSpPr>
        <dsp:cNvPr id="0" name=""/>
        <dsp:cNvSpPr/>
      </dsp:nvSpPr>
      <dsp:spPr>
        <a:xfrm>
          <a:off x="5527536" y="1947"/>
          <a:ext cx="2599531" cy="1709208"/>
        </a:xfrm>
        <a:prstGeom prst="roundRect">
          <a:avLst>
            <a:gd name="adj" fmla="val 10000"/>
          </a:avLst>
        </a:prstGeom>
        <a:solidFill>
          <a:srgbClr val="D49CAD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000" b="0" kern="1200" dirty="0">
              <a:solidFill>
                <a:srgbClr val="002060"/>
              </a:solidFill>
              <a:cs typeface="B Mitra" panose="00000400000000000000" pitchFamily="2" charset="-78"/>
            </a:rPr>
            <a:t>دعوت آدم‌ها به یک تجربه 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متفاوت </a:t>
          </a:r>
          <a:r>
            <a:rPr lang="ar-SA" sz="2000" b="0" kern="1200" dirty="0">
              <a:solidFill>
                <a:srgbClr val="002060"/>
              </a:solidFill>
              <a:cs typeface="B Mitra" panose="00000400000000000000" pitchFamily="2" charset="-78"/>
            </a:rPr>
            <a:t>با برند ما</a:t>
          </a:r>
          <a:r>
            <a:rPr lang="fa-IR" sz="2000" b="0" kern="1200" dirty="0">
              <a:solidFill>
                <a:srgbClr val="002060"/>
              </a:solidFill>
              <a:cs typeface="B Mitra" panose="00000400000000000000" pitchFamily="2" charset="-78"/>
            </a:rPr>
            <a:t> / شخصی سازی رابطه با مخاطب یا مشتری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b="0" kern="1200" dirty="0">
              <a:solidFill>
                <a:srgbClr val="002060"/>
              </a:solidFill>
              <a:cs typeface="B Mitra" panose="00000400000000000000" pitchFamily="2" charset="-78"/>
            </a:rPr>
            <a:t>(بزرگترین رقیب ما تجربه به یادموندنی مشتری تو یه سالن دیگست)</a:t>
          </a:r>
          <a:endParaRPr lang="en-US" sz="1600" b="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577597" y="52008"/>
        <a:ext cx="2499409" cy="16090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234E0-EF8C-4E4D-96DD-7FF7BA3D21AC}">
      <dsp:nvSpPr>
        <dsp:cNvPr id="0" name=""/>
        <dsp:cNvSpPr/>
      </dsp:nvSpPr>
      <dsp:spPr>
        <a:xfrm>
          <a:off x="3984" y="38969"/>
          <a:ext cx="3057014" cy="208596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15882" r="15882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F2021B-7703-494A-A006-C90554F9195B}">
      <dsp:nvSpPr>
        <dsp:cNvPr id="0" name=""/>
        <dsp:cNvSpPr/>
      </dsp:nvSpPr>
      <dsp:spPr>
        <a:xfrm>
          <a:off x="3247277" y="2252128"/>
          <a:ext cx="4435990" cy="274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solidFill>
                <a:srgbClr val="5A2837"/>
              </a:solidFill>
              <a:cs typeface="B Mitra" panose="00000400000000000000" pitchFamily="2" charset="-78"/>
            </a:rPr>
            <a:t>“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مردم محصول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یا خدمات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نمی‌خرن، احساسی رو می‌خرن که بعد از خرید دارن</a:t>
          </a:r>
          <a:r>
            <a:rPr lang="en-US" sz="2800" b="1" kern="1200" dirty="0">
              <a:solidFill>
                <a:srgbClr val="5A2837"/>
              </a:solidFill>
              <a:cs typeface="B Mitra" panose="00000400000000000000" pitchFamily="2" charset="-78"/>
            </a:rPr>
            <a:t>.”</a:t>
          </a:r>
          <a:endParaRPr lang="fa-IR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2500" kern="1200" dirty="0">
              <a:solidFill>
                <a:srgbClr val="5A2837"/>
              </a:solidFill>
              <a:cs typeface="B Mitra" panose="00000400000000000000" pitchFamily="2" charset="-78"/>
            </a:rPr>
          </a:br>
          <a:r>
            <a:rPr lang="fa-IR" sz="2500" kern="1200" dirty="0">
              <a:solidFill>
                <a:srgbClr val="5A2837"/>
              </a:solidFill>
              <a:cs typeface="B Mitra" panose="00000400000000000000" pitchFamily="2" charset="-78"/>
            </a:rPr>
            <a:t>- </a:t>
          </a:r>
          <a:r>
            <a:rPr lang="ar-SA" sz="1600" b="1" i="1" kern="1200" dirty="0">
              <a:solidFill>
                <a:srgbClr val="5A2837"/>
              </a:solidFill>
              <a:cs typeface="B Mitra" panose="00000400000000000000" pitchFamily="2" charset="-78"/>
            </a:rPr>
            <a:t>ست گ</a:t>
          </a:r>
          <a:r>
            <a:rPr lang="fa-IR" sz="1600" b="1" i="1" kern="1200" dirty="0">
              <a:solidFill>
                <a:srgbClr val="5A2837"/>
              </a:solidFill>
              <a:cs typeface="B Mitra" panose="00000400000000000000" pitchFamily="2" charset="-78"/>
            </a:rPr>
            <a:t>ودین</a:t>
          </a:r>
          <a:r>
            <a:rPr lang="ar-SA" sz="1600" b="1" i="1" kern="1200" dirty="0">
              <a:solidFill>
                <a:srgbClr val="5A2837"/>
              </a:solidFill>
              <a:cs typeface="B Mitra" panose="00000400000000000000" pitchFamily="2" charset="-78"/>
            </a:rPr>
            <a:t>، نویسنده و استراتژیست بازاریابی احساسی، نویسنده‌ی کتاب پرفروش قبایل</a:t>
          </a:r>
          <a:r>
            <a:rPr lang="en-US" sz="1600" b="1" i="1" kern="1200" dirty="0">
              <a:solidFill>
                <a:srgbClr val="5A2837"/>
              </a:solidFill>
              <a:cs typeface="B Mitra" panose="00000400000000000000" pitchFamily="2" charset="-78"/>
            </a:rPr>
            <a:t> (Tribes).</a:t>
          </a:r>
          <a:endParaRPr lang="en-US" sz="1600" b="1" kern="1200" dirty="0">
            <a:solidFill>
              <a:srgbClr val="5A2837"/>
            </a:solidFill>
            <a:cs typeface="B Mitra" panose="00000400000000000000" pitchFamily="2" charset="-78"/>
          </a:endParaRPr>
        </a:p>
      </dsp:txBody>
      <dsp:txXfrm>
        <a:off x="3247277" y="2252128"/>
        <a:ext cx="4435990" cy="2740032"/>
      </dsp:txXfrm>
    </dsp:sp>
    <dsp:sp modelId="{186017D9-5C56-4133-8D89-5670CC19F0A7}">
      <dsp:nvSpPr>
        <dsp:cNvPr id="0" name=""/>
        <dsp:cNvSpPr/>
      </dsp:nvSpPr>
      <dsp:spPr>
        <a:xfrm>
          <a:off x="2855890" y="1861076"/>
          <a:ext cx="1065352" cy="106562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39BA9F-65CE-4A91-9886-662A2BA53E47}">
      <dsp:nvSpPr>
        <dsp:cNvPr id="0" name=""/>
        <dsp:cNvSpPr/>
      </dsp:nvSpPr>
      <dsp:spPr>
        <a:xfrm rot="5400000">
          <a:off x="7040020" y="1861214"/>
          <a:ext cx="1065627" cy="1065352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91CE31-F653-4A9E-970F-9CF66832A2C9}">
      <dsp:nvSpPr>
        <dsp:cNvPr id="0" name=""/>
        <dsp:cNvSpPr/>
      </dsp:nvSpPr>
      <dsp:spPr>
        <a:xfrm rot="16200000">
          <a:off x="2855752" y="4318257"/>
          <a:ext cx="1065627" cy="1065352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1ED2E7-D777-4FE7-AA5A-30E242E7B445}">
      <dsp:nvSpPr>
        <dsp:cNvPr id="0" name=""/>
        <dsp:cNvSpPr/>
      </dsp:nvSpPr>
      <dsp:spPr>
        <a:xfrm rot="10800000">
          <a:off x="7040158" y="4318119"/>
          <a:ext cx="1065352" cy="106562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01CFC-C863-4080-9862-BF4A6CD28EE2}">
      <dsp:nvSpPr>
        <dsp:cNvPr id="0" name=""/>
        <dsp:cNvSpPr/>
      </dsp:nvSpPr>
      <dsp:spPr>
        <a:xfrm>
          <a:off x="4565460" y="-135497"/>
          <a:ext cx="2076362" cy="1509479"/>
        </a:xfrm>
        <a:prstGeom prst="roundRect">
          <a:avLst/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b="0" kern="1200">
              <a:solidFill>
                <a:srgbClr val="002060"/>
              </a:solidFill>
              <a:cs typeface="B Mitra" panose="00000400000000000000" pitchFamily="2" charset="-78"/>
            </a:rPr>
            <a:t>هر کار، یه روش داره</a:t>
          </a:r>
          <a:endParaRPr lang="en-US" sz="2600" b="0" kern="1200" dirty="0">
            <a:solidFill>
              <a:srgbClr val="002060"/>
            </a:solidFill>
          </a:endParaRPr>
        </a:p>
      </dsp:txBody>
      <dsp:txXfrm>
        <a:off x="4639147" y="-61810"/>
        <a:ext cx="1928988" cy="1362105"/>
      </dsp:txXfrm>
    </dsp:sp>
    <dsp:sp modelId="{779BF88D-4900-4211-8ECE-116B617165BB}">
      <dsp:nvSpPr>
        <dsp:cNvPr id="0" name=""/>
        <dsp:cNvSpPr/>
      </dsp:nvSpPr>
      <dsp:spPr>
        <a:xfrm>
          <a:off x="3292893" y="619242"/>
          <a:ext cx="4621495" cy="4621495"/>
        </a:xfrm>
        <a:custGeom>
          <a:avLst/>
          <a:gdLst/>
          <a:ahLst/>
          <a:cxnLst/>
          <a:rect l="0" t="0" r="0" b="0"/>
          <a:pathLst>
            <a:path>
              <a:moveTo>
                <a:pt x="3515716" y="339046"/>
              </a:moveTo>
              <a:arcTo wR="2310747" hR="2310747" stAng="18085825" swAng="86217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2A447C-D813-4B66-8430-6B98CA5B0A9A}">
      <dsp:nvSpPr>
        <dsp:cNvPr id="0" name=""/>
        <dsp:cNvSpPr/>
      </dsp:nvSpPr>
      <dsp:spPr>
        <a:xfrm>
          <a:off x="6763112" y="1461190"/>
          <a:ext cx="2076362" cy="1509479"/>
        </a:xfrm>
        <a:prstGeom prst="roundRect">
          <a:avLst/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b="0" kern="1200">
              <a:solidFill>
                <a:srgbClr val="002060"/>
              </a:solidFill>
              <a:cs typeface="B Mitra" panose="00000400000000000000" pitchFamily="2" charset="-78"/>
            </a:rPr>
            <a:t>هر روش، یه مسئول داره</a:t>
          </a:r>
          <a:endParaRPr lang="en-US" sz="2600" b="0" kern="1200" dirty="0">
            <a:solidFill>
              <a:srgbClr val="002060"/>
            </a:solidFill>
          </a:endParaRPr>
        </a:p>
      </dsp:txBody>
      <dsp:txXfrm>
        <a:off x="6836799" y="1534877"/>
        <a:ext cx="1928988" cy="1362105"/>
      </dsp:txXfrm>
    </dsp:sp>
    <dsp:sp modelId="{D968D2F6-3130-4AE6-82C9-21B8D2D02EC2}">
      <dsp:nvSpPr>
        <dsp:cNvPr id="0" name=""/>
        <dsp:cNvSpPr/>
      </dsp:nvSpPr>
      <dsp:spPr>
        <a:xfrm>
          <a:off x="3292893" y="619242"/>
          <a:ext cx="4621495" cy="4621495"/>
        </a:xfrm>
        <a:custGeom>
          <a:avLst/>
          <a:gdLst/>
          <a:ahLst/>
          <a:cxnLst/>
          <a:rect l="0" t="0" r="0" b="0"/>
          <a:pathLst>
            <a:path>
              <a:moveTo>
                <a:pt x="4606546" y="2573164"/>
              </a:moveTo>
              <a:arcTo wR="2310747" hR="2310747" stAng="391247" swAng="100854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C0C864-6BE0-4B90-B6C1-AF85AF90A821}">
      <dsp:nvSpPr>
        <dsp:cNvPr id="0" name=""/>
        <dsp:cNvSpPr/>
      </dsp:nvSpPr>
      <dsp:spPr>
        <a:xfrm>
          <a:off x="5923683" y="4044684"/>
          <a:ext cx="2076362" cy="1509479"/>
        </a:xfrm>
        <a:prstGeom prst="roundRect">
          <a:avLst/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b="0" kern="1200">
              <a:solidFill>
                <a:srgbClr val="002060"/>
              </a:solidFill>
              <a:cs typeface="B Mitra" panose="00000400000000000000" pitchFamily="2" charset="-78"/>
            </a:rPr>
            <a:t>هر روش و نتیجه، قابل اندازه‌گیریه</a:t>
          </a:r>
          <a:endParaRPr lang="en-US" sz="2600" b="0" kern="1200" dirty="0">
            <a:solidFill>
              <a:srgbClr val="002060"/>
            </a:solidFill>
          </a:endParaRPr>
        </a:p>
      </dsp:txBody>
      <dsp:txXfrm>
        <a:off x="5997370" y="4118371"/>
        <a:ext cx="1928988" cy="1362105"/>
      </dsp:txXfrm>
    </dsp:sp>
    <dsp:sp modelId="{3436231B-FAB6-44F8-A79F-EC984DC0E00B}">
      <dsp:nvSpPr>
        <dsp:cNvPr id="0" name=""/>
        <dsp:cNvSpPr/>
      </dsp:nvSpPr>
      <dsp:spPr>
        <a:xfrm>
          <a:off x="3292893" y="619242"/>
          <a:ext cx="4621495" cy="4621495"/>
        </a:xfrm>
        <a:custGeom>
          <a:avLst/>
          <a:gdLst/>
          <a:ahLst/>
          <a:cxnLst/>
          <a:rect l="0" t="0" r="0" b="0"/>
          <a:pathLst>
            <a:path>
              <a:moveTo>
                <a:pt x="2503580" y="4613435"/>
              </a:moveTo>
              <a:arcTo wR="2310747" hR="2310747" stAng="5112784" swAng="57443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494E8A-8F5F-47EB-B149-6D892389EBAF}">
      <dsp:nvSpPr>
        <dsp:cNvPr id="0" name=""/>
        <dsp:cNvSpPr/>
      </dsp:nvSpPr>
      <dsp:spPr>
        <a:xfrm>
          <a:off x="3207236" y="4044684"/>
          <a:ext cx="2076362" cy="1509479"/>
        </a:xfrm>
        <a:prstGeom prst="roundRect">
          <a:avLst/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b="0" kern="1200">
              <a:solidFill>
                <a:srgbClr val="002060"/>
              </a:solidFill>
              <a:cs typeface="B Mitra" panose="00000400000000000000" pitchFamily="2" charset="-78"/>
            </a:rPr>
            <a:t>هیچ نتیجه ای تصادفی نیست</a:t>
          </a:r>
          <a:endParaRPr lang="en-US" sz="2600" b="0" kern="1200" dirty="0">
            <a:solidFill>
              <a:srgbClr val="002060"/>
            </a:solidFill>
          </a:endParaRPr>
        </a:p>
      </dsp:txBody>
      <dsp:txXfrm>
        <a:off x="3280923" y="4118371"/>
        <a:ext cx="1928988" cy="1362105"/>
      </dsp:txXfrm>
    </dsp:sp>
    <dsp:sp modelId="{9DE7D7BA-AE60-4182-A52F-295C60F6DCBE}">
      <dsp:nvSpPr>
        <dsp:cNvPr id="0" name=""/>
        <dsp:cNvSpPr/>
      </dsp:nvSpPr>
      <dsp:spPr>
        <a:xfrm>
          <a:off x="3292893" y="619242"/>
          <a:ext cx="4621495" cy="4621495"/>
        </a:xfrm>
        <a:custGeom>
          <a:avLst/>
          <a:gdLst/>
          <a:ahLst/>
          <a:cxnLst/>
          <a:rect l="0" t="0" r="0" b="0"/>
          <a:pathLst>
            <a:path>
              <a:moveTo>
                <a:pt x="188927" y="3225861"/>
              </a:moveTo>
              <a:arcTo wR="2310747" hR="2310747" stAng="9400206" swAng="100854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CD060F-2374-48EE-B9B3-B0EB53BF8D41}">
      <dsp:nvSpPr>
        <dsp:cNvPr id="0" name=""/>
        <dsp:cNvSpPr/>
      </dsp:nvSpPr>
      <dsp:spPr>
        <a:xfrm>
          <a:off x="2367808" y="1461190"/>
          <a:ext cx="2076362" cy="1509479"/>
        </a:xfrm>
        <a:prstGeom prst="roundRect">
          <a:avLst/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600" b="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روش ها منعطفه، با مقتضیات مجموعه به روز میشه</a:t>
          </a:r>
          <a:endParaRPr lang="en-US" sz="2600" b="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2441495" y="1534877"/>
        <a:ext cx="1928988" cy="1362105"/>
      </dsp:txXfrm>
    </dsp:sp>
    <dsp:sp modelId="{8FF476AD-52BE-407B-8E41-C696376B9165}">
      <dsp:nvSpPr>
        <dsp:cNvPr id="0" name=""/>
        <dsp:cNvSpPr/>
      </dsp:nvSpPr>
      <dsp:spPr>
        <a:xfrm>
          <a:off x="3292893" y="619242"/>
          <a:ext cx="4621495" cy="4621495"/>
        </a:xfrm>
        <a:custGeom>
          <a:avLst/>
          <a:gdLst/>
          <a:ahLst/>
          <a:cxnLst/>
          <a:rect l="0" t="0" r="0" b="0"/>
          <a:pathLst>
            <a:path>
              <a:moveTo>
                <a:pt x="654149" y="699774"/>
              </a:moveTo>
              <a:arcTo wR="2310747" hR="2310747" stAng="13452002" swAng="86217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18399-905A-4DD8-A12C-CA4CEFC4CB44}">
      <dsp:nvSpPr>
        <dsp:cNvPr id="0" name=""/>
        <dsp:cNvSpPr/>
      </dsp:nvSpPr>
      <dsp:spPr>
        <a:xfrm>
          <a:off x="41" y="19163"/>
          <a:ext cx="3977628" cy="806400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تصمیمات و اقدامات با سیستم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1" y="19163"/>
        <a:ext cx="3977628" cy="806400"/>
      </dsp:txXfrm>
    </dsp:sp>
    <dsp:sp modelId="{F18AB53C-9DC1-4D06-A881-99C779F86105}">
      <dsp:nvSpPr>
        <dsp:cNvPr id="0" name=""/>
        <dsp:cNvSpPr/>
      </dsp:nvSpPr>
      <dsp:spPr>
        <a:xfrm>
          <a:off x="41" y="825563"/>
          <a:ext cx="3977628" cy="4765320"/>
        </a:xfrm>
        <a:prstGeom prst="rect">
          <a:avLst/>
        </a:prstGeom>
        <a:solidFill>
          <a:srgbClr val="CE90A3">
            <a:alpha val="90000"/>
          </a:srgb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0066"/>
              </a:solidFill>
              <a:cs typeface="B Mitra" panose="00000400000000000000" pitchFamily="2" charset="-78"/>
            </a:rPr>
            <a:t>بر اساس شناخت ظرفیت های مجموعه و بازار هدف</a:t>
          </a:r>
          <a:endParaRPr lang="en-US" sz="24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0066"/>
              </a:solidFill>
              <a:cs typeface="B Mitra" panose="00000400000000000000" pitchFamily="2" charset="-78"/>
            </a:rPr>
            <a:t>تفکر مدیریت تبدیل به روش های اجرایی ساده اما مشخص میشه</a:t>
          </a:r>
          <a:endParaRPr lang="en-US" sz="24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0066"/>
              </a:solidFill>
              <a:cs typeface="B Mitra" panose="00000400000000000000" pitchFamily="2" charset="-78"/>
            </a:rPr>
            <a:t>بر اساس تجارب و فکر جمعی </a:t>
          </a:r>
          <a:endParaRPr lang="en-US" sz="24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0066"/>
              </a:solidFill>
              <a:cs typeface="B Mitra" panose="00000400000000000000" pitchFamily="2" charset="-78"/>
            </a:rPr>
            <a:t>قابل اصلاح و بازبینی هست</a:t>
          </a:r>
          <a:endParaRPr lang="en-US" sz="24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0066"/>
              </a:solidFill>
              <a:cs typeface="B Mitra" panose="00000400000000000000" pitchFamily="2" charset="-78"/>
            </a:rPr>
            <a:t>با یه ریتم برنامه ریزی شده</a:t>
          </a:r>
          <a:endParaRPr lang="en-US" sz="24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0066"/>
              </a:solidFill>
              <a:cs typeface="B Mitra" panose="00000400000000000000" pitchFamily="2" charset="-78"/>
            </a:rPr>
            <a:t>با یه هدف روشن قدم برمیداریم</a:t>
          </a:r>
          <a:endParaRPr lang="en-US" sz="24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b="1" u="sng" kern="1200" dirty="0">
              <a:solidFill>
                <a:srgbClr val="000066"/>
              </a:solidFill>
              <a:cs typeface="B Mitra" panose="00000400000000000000" pitchFamily="2" charset="-78"/>
            </a:rPr>
            <a:t>هدف: ایجاد منافع مشترک </a:t>
          </a:r>
          <a:endParaRPr lang="en-US" sz="2400" b="1" u="sng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9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1" y="825563"/>
        <a:ext cx="3977628" cy="4765320"/>
      </dsp:txXfrm>
    </dsp:sp>
    <dsp:sp modelId="{8E28F5F6-F29C-44CF-ACF0-8F27014E25B1}">
      <dsp:nvSpPr>
        <dsp:cNvPr id="0" name=""/>
        <dsp:cNvSpPr/>
      </dsp:nvSpPr>
      <dsp:spPr>
        <a:xfrm>
          <a:off x="4534538" y="19163"/>
          <a:ext cx="3977628" cy="806400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بدون سیستم در بهترین حالت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534538" y="19163"/>
        <a:ext cx="3977628" cy="806400"/>
      </dsp:txXfrm>
    </dsp:sp>
    <dsp:sp modelId="{4FDA0F39-DDEE-4E5D-821D-B5AE5C60B4AE}">
      <dsp:nvSpPr>
        <dsp:cNvPr id="0" name=""/>
        <dsp:cNvSpPr/>
      </dsp:nvSpPr>
      <dsp:spPr>
        <a:xfrm>
          <a:off x="4534538" y="825563"/>
          <a:ext cx="3977628" cy="4765320"/>
        </a:xfrm>
        <a:prstGeom prst="rect">
          <a:avLst/>
        </a:prstGeom>
        <a:solidFill>
          <a:srgbClr val="CE90A3">
            <a:alpha val="90000"/>
          </a:srgb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با حس و حال خوب 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با دلسوزی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با نیروی انسانی متخصص ولی ناآگاه از ظرفیت ها، برنامه ها، اهداف مجموعه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با سرمایه زیاد  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ولی: </a:t>
          </a:r>
          <a:r>
            <a:rPr lang="fa-IR" sz="2400" u="sng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هر کس به روش و هدف خودش </a:t>
          </a: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(حتی اگه درست ولی میتونه در راستای منافع کل مجموعه نباشه)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قابل تحلیل و اندازه گیری نیست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  <a:p>
          <a:pPr marL="285750" lvl="1" indent="-285750" algn="r" defTabSz="12890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مثل قطاری با واگن های مختلف</a:t>
          </a:r>
          <a:endParaRPr lang="en-US" sz="2400" kern="1200" dirty="0">
            <a:solidFill>
              <a:srgbClr val="002060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4534538" y="825563"/>
        <a:ext cx="3977628" cy="47653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3476AF-6F43-4733-B451-AB34C723425D}">
      <dsp:nvSpPr>
        <dsp:cNvPr id="0" name=""/>
        <dsp:cNvSpPr/>
      </dsp:nvSpPr>
      <dsp:spPr>
        <a:xfrm rot="1769040">
          <a:off x="3605916" y="3606094"/>
          <a:ext cx="1008171" cy="58623"/>
        </a:xfrm>
        <a:custGeom>
          <a:avLst/>
          <a:gdLst/>
          <a:ahLst/>
          <a:cxnLst/>
          <a:rect l="0" t="0" r="0" b="0"/>
          <a:pathLst>
            <a:path>
              <a:moveTo>
                <a:pt x="0" y="29311"/>
              </a:moveTo>
              <a:lnTo>
                <a:pt x="1008171" y="2931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15BE79-6F68-4471-A9BF-D1DCAE7E0C91}">
      <dsp:nvSpPr>
        <dsp:cNvPr id="0" name=""/>
        <dsp:cNvSpPr/>
      </dsp:nvSpPr>
      <dsp:spPr>
        <a:xfrm rot="19830960">
          <a:off x="3605916" y="1753949"/>
          <a:ext cx="1008171" cy="58623"/>
        </a:xfrm>
        <a:custGeom>
          <a:avLst/>
          <a:gdLst/>
          <a:ahLst/>
          <a:cxnLst/>
          <a:rect l="0" t="0" r="0" b="0"/>
          <a:pathLst>
            <a:path>
              <a:moveTo>
                <a:pt x="0" y="29311"/>
              </a:moveTo>
              <a:lnTo>
                <a:pt x="1008171" y="2931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45CE11-4269-484E-9FDD-8B549F960AB3}">
      <dsp:nvSpPr>
        <dsp:cNvPr id="0" name=""/>
        <dsp:cNvSpPr/>
      </dsp:nvSpPr>
      <dsp:spPr>
        <a:xfrm>
          <a:off x="759118" y="996344"/>
          <a:ext cx="3425977" cy="3425977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99CA1A-F082-4C7D-8A94-4A31A0B4F4B6}">
      <dsp:nvSpPr>
        <dsp:cNvPr id="0" name=""/>
        <dsp:cNvSpPr/>
      </dsp:nvSpPr>
      <dsp:spPr>
        <a:xfrm>
          <a:off x="4415699" y="1506"/>
          <a:ext cx="2055586" cy="2055586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b="0" kern="1200" dirty="0">
              <a:solidFill>
                <a:srgbClr val="000066"/>
              </a:solidFill>
              <a:cs typeface="B Mitra" panose="00000400000000000000" pitchFamily="2" charset="-78"/>
            </a:rPr>
            <a:t>جذب مشتریان جدید</a:t>
          </a:r>
          <a:endParaRPr lang="en-US" sz="28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716733" y="302540"/>
        <a:ext cx="1453518" cy="1453518"/>
      </dsp:txXfrm>
    </dsp:sp>
    <dsp:sp modelId="{21855075-B6F0-45AC-B77E-D8743B1BABCE}">
      <dsp:nvSpPr>
        <dsp:cNvPr id="0" name=""/>
        <dsp:cNvSpPr/>
      </dsp:nvSpPr>
      <dsp:spPr>
        <a:xfrm>
          <a:off x="6676844" y="1506"/>
          <a:ext cx="3083379" cy="2055586"/>
        </a:xfrm>
        <a:prstGeom prst="rect">
          <a:avLst/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از طریق شناخت و تامین </a:t>
          </a:r>
          <a:r>
            <a:rPr lang="fa-IR" sz="2400" u="sng" kern="1200" dirty="0">
              <a:solidFill>
                <a:srgbClr val="002060"/>
              </a:solidFill>
              <a:cs typeface="B Mitra" panose="00000400000000000000" pitchFamily="2" charset="-78"/>
            </a:rPr>
            <a:t>خواسته</a:t>
          </a: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 (نه نیاز مشتریان)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با وعده فایده بیشتر (ایجاد ارزش افزوده)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676844" y="1506"/>
        <a:ext cx="3083379" cy="2055586"/>
      </dsp:txXfrm>
    </dsp:sp>
    <dsp:sp modelId="{96200F06-24A1-41A3-B293-148DBB7436B2}">
      <dsp:nvSpPr>
        <dsp:cNvPr id="0" name=""/>
        <dsp:cNvSpPr/>
      </dsp:nvSpPr>
      <dsp:spPr>
        <a:xfrm>
          <a:off x="4415699" y="3361573"/>
          <a:ext cx="2055586" cy="2055586"/>
        </a:xfrm>
        <a:prstGeom prst="ellipse">
          <a:avLst/>
        </a:prstGeom>
        <a:solidFill>
          <a:schemeClr val="accent5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b="0" kern="1200" dirty="0">
              <a:solidFill>
                <a:srgbClr val="000066"/>
              </a:solidFill>
              <a:cs typeface="B Mitra" panose="00000400000000000000" pitchFamily="2" charset="-78"/>
            </a:rPr>
            <a:t>حفظ و افزایش فروش به مشتریان فعلی</a:t>
          </a:r>
          <a:endParaRPr lang="en-US" sz="28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716733" y="3662607"/>
        <a:ext cx="1453518" cy="1453518"/>
      </dsp:txXfrm>
    </dsp:sp>
    <dsp:sp modelId="{EDB279E7-67CD-4382-857F-373B77BE5C79}">
      <dsp:nvSpPr>
        <dsp:cNvPr id="0" name=""/>
        <dsp:cNvSpPr/>
      </dsp:nvSpPr>
      <dsp:spPr>
        <a:xfrm>
          <a:off x="6676844" y="3361573"/>
          <a:ext cx="3083379" cy="2055586"/>
        </a:xfrm>
        <a:prstGeom prst="rect">
          <a:avLst/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از طریق تامین رضایت مشتریان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از طریق خلق تجربه ای جدید برای مشتریان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  <a:p>
          <a:pPr marL="228600" lvl="1" indent="-228600" algn="r" defTabSz="10668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شخصی سازی و تنوع خدمات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676844" y="3361573"/>
        <a:ext cx="3083379" cy="20555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234E0-EF8C-4E4D-96DD-7FF7BA3D21AC}">
      <dsp:nvSpPr>
        <dsp:cNvPr id="0" name=""/>
        <dsp:cNvSpPr/>
      </dsp:nvSpPr>
      <dsp:spPr>
        <a:xfrm>
          <a:off x="15" y="36358"/>
          <a:ext cx="3060002" cy="208800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27583" r="27583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F2021B-7703-494A-A006-C90554F9195B}">
      <dsp:nvSpPr>
        <dsp:cNvPr id="0" name=""/>
        <dsp:cNvSpPr/>
      </dsp:nvSpPr>
      <dsp:spPr>
        <a:xfrm>
          <a:off x="3246479" y="2251681"/>
          <a:ext cx="4440326" cy="2742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“هیچ مشتری واقعی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،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کسی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را 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که صدای او را شنیده و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خواسته ش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را درک کرده، فراموش نمی‌کند.”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ست گ</a:t>
          </a:r>
          <a:r>
            <a:rPr lang="fa-IR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ودین</a:t>
          </a: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، نویسنده و استراتژیست بازاریابی احساسی</a:t>
          </a:r>
          <a:endParaRPr lang="en-US" sz="1600" b="1" i="1" kern="1200" dirty="0">
            <a:solidFill>
              <a:srgbClr val="5A2837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3246479" y="2251681"/>
        <a:ext cx="4440326" cy="2742711"/>
      </dsp:txXfrm>
    </dsp:sp>
    <dsp:sp modelId="{186017D9-5C56-4133-8D89-5670CC19F0A7}">
      <dsp:nvSpPr>
        <dsp:cNvPr id="0" name=""/>
        <dsp:cNvSpPr/>
      </dsp:nvSpPr>
      <dsp:spPr>
        <a:xfrm>
          <a:off x="2854709" y="1860247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39BA9F-65CE-4A91-9886-662A2BA53E47}">
      <dsp:nvSpPr>
        <dsp:cNvPr id="0" name=""/>
        <dsp:cNvSpPr/>
      </dsp:nvSpPr>
      <dsp:spPr>
        <a:xfrm rot="5400000">
          <a:off x="7042929" y="1860385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91CE31-F653-4A9E-970F-9CF66832A2C9}">
      <dsp:nvSpPr>
        <dsp:cNvPr id="0" name=""/>
        <dsp:cNvSpPr/>
      </dsp:nvSpPr>
      <dsp:spPr>
        <a:xfrm rot="16200000">
          <a:off x="2854571" y="4319829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1ED2E7-D777-4FE7-AA5A-30E242E7B445}">
      <dsp:nvSpPr>
        <dsp:cNvPr id="0" name=""/>
        <dsp:cNvSpPr/>
      </dsp:nvSpPr>
      <dsp:spPr>
        <a:xfrm rot="10800000">
          <a:off x="7043067" y="4319692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2CB3C-0340-43CF-A198-8CED48458631}">
      <dsp:nvSpPr>
        <dsp:cNvPr id="0" name=""/>
        <dsp:cNvSpPr/>
      </dsp:nvSpPr>
      <dsp:spPr>
        <a:xfrm rot="5400000">
          <a:off x="336267" y="2705945"/>
          <a:ext cx="997703" cy="1660155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B1D505-CF74-4719-ACF9-459B767E3307}">
      <dsp:nvSpPr>
        <dsp:cNvPr id="0" name=""/>
        <dsp:cNvSpPr/>
      </dsp:nvSpPr>
      <dsp:spPr>
        <a:xfrm>
          <a:off x="169726" y="3201974"/>
          <a:ext cx="1498797" cy="131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169726" y="3201974"/>
        <a:ext cx="1498797" cy="1313783"/>
      </dsp:txXfrm>
    </dsp:sp>
    <dsp:sp modelId="{8CB1DA42-4248-472D-A039-1A258F25934A}">
      <dsp:nvSpPr>
        <dsp:cNvPr id="0" name=""/>
        <dsp:cNvSpPr/>
      </dsp:nvSpPr>
      <dsp:spPr>
        <a:xfrm>
          <a:off x="1385732" y="2583722"/>
          <a:ext cx="282792" cy="282792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B4FA9E-32F9-46C1-9FF7-CBD2CE92CD42}">
      <dsp:nvSpPr>
        <dsp:cNvPr id="0" name=""/>
        <dsp:cNvSpPr/>
      </dsp:nvSpPr>
      <dsp:spPr>
        <a:xfrm rot="5400000">
          <a:off x="2171088" y="2251916"/>
          <a:ext cx="997703" cy="1660155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1F6867-68E1-43FE-B352-330C8C101CC0}">
      <dsp:nvSpPr>
        <dsp:cNvPr id="0" name=""/>
        <dsp:cNvSpPr/>
      </dsp:nvSpPr>
      <dsp:spPr>
        <a:xfrm>
          <a:off x="2004547" y="2747945"/>
          <a:ext cx="1498797" cy="131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آشنایی با برند</a:t>
          </a:r>
          <a:endParaRPr lang="en-US" sz="24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004547" y="2747945"/>
        <a:ext cx="1498797" cy="1313783"/>
      </dsp:txXfrm>
    </dsp:sp>
    <dsp:sp modelId="{510F7C7B-EB4A-4A1C-9855-9724ABA5C69D}">
      <dsp:nvSpPr>
        <dsp:cNvPr id="0" name=""/>
        <dsp:cNvSpPr/>
      </dsp:nvSpPr>
      <dsp:spPr>
        <a:xfrm>
          <a:off x="3220553" y="2129694"/>
          <a:ext cx="282792" cy="282792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400550-72AC-4E67-B438-B3D39895F942}">
      <dsp:nvSpPr>
        <dsp:cNvPr id="0" name=""/>
        <dsp:cNvSpPr/>
      </dsp:nvSpPr>
      <dsp:spPr>
        <a:xfrm rot="5400000">
          <a:off x="4005909" y="1797888"/>
          <a:ext cx="997703" cy="1660155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159A42-36AD-480F-8CB9-15DDDF45A5B9}">
      <dsp:nvSpPr>
        <dsp:cNvPr id="0" name=""/>
        <dsp:cNvSpPr/>
      </dsp:nvSpPr>
      <dsp:spPr>
        <a:xfrm>
          <a:off x="3839368" y="2293917"/>
          <a:ext cx="1498797" cy="131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توجه و علاقه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3839368" y="2293917"/>
        <a:ext cx="1498797" cy="1313783"/>
      </dsp:txXfrm>
    </dsp:sp>
    <dsp:sp modelId="{42AA2FE6-FBE5-4BCF-A215-9F4E63E2F49B}">
      <dsp:nvSpPr>
        <dsp:cNvPr id="0" name=""/>
        <dsp:cNvSpPr/>
      </dsp:nvSpPr>
      <dsp:spPr>
        <a:xfrm>
          <a:off x="5055374" y="1675666"/>
          <a:ext cx="282792" cy="282792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62376B-644B-4B72-9135-221DE759BA2E}">
      <dsp:nvSpPr>
        <dsp:cNvPr id="0" name=""/>
        <dsp:cNvSpPr/>
      </dsp:nvSpPr>
      <dsp:spPr>
        <a:xfrm rot="5400000">
          <a:off x="5840731" y="1343860"/>
          <a:ext cx="997703" cy="1660155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4AA2A5-1B1D-4382-84C9-E3728AC4FA9F}">
      <dsp:nvSpPr>
        <dsp:cNvPr id="0" name=""/>
        <dsp:cNvSpPr/>
      </dsp:nvSpPr>
      <dsp:spPr>
        <a:xfrm>
          <a:off x="5674189" y="1839889"/>
          <a:ext cx="1498797" cy="131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5674189" y="1839889"/>
        <a:ext cx="1498797" cy="1313783"/>
      </dsp:txXfrm>
    </dsp:sp>
    <dsp:sp modelId="{7A8BFC57-D786-4878-8322-B34F9DB4F54F}">
      <dsp:nvSpPr>
        <dsp:cNvPr id="0" name=""/>
        <dsp:cNvSpPr/>
      </dsp:nvSpPr>
      <dsp:spPr>
        <a:xfrm>
          <a:off x="6890195" y="1221637"/>
          <a:ext cx="282792" cy="282792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FA66C9-B787-449A-A989-19441E9EAD5B}">
      <dsp:nvSpPr>
        <dsp:cNvPr id="0" name=""/>
        <dsp:cNvSpPr/>
      </dsp:nvSpPr>
      <dsp:spPr>
        <a:xfrm rot="5400000">
          <a:off x="7675552" y="889832"/>
          <a:ext cx="997703" cy="1660155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6F701D-F089-4F60-BC5C-045696C09C60}">
      <dsp:nvSpPr>
        <dsp:cNvPr id="0" name=""/>
        <dsp:cNvSpPr/>
      </dsp:nvSpPr>
      <dsp:spPr>
        <a:xfrm>
          <a:off x="7509010" y="1385860"/>
          <a:ext cx="1498797" cy="131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7509010" y="1385860"/>
        <a:ext cx="1498797" cy="1313783"/>
      </dsp:txXfrm>
    </dsp:sp>
    <dsp:sp modelId="{50E75A68-B861-4F09-B3F5-58A68E30711B}">
      <dsp:nvSpPr>
        <dsp:cNvPr id="0" name=""/>
        <dsp:cNvSpPr/>
      </dsp:nvSpPr>
      <dsp:spPr>
        <a:xfrm>
          <a:off x="8725016" y="767609"/>
          <a:ext cx="282792" cy="282792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3D7A29-E9C8-416A-818F-3B37F0790590}">
      <dsp:nvSpPr>
        <dsp:cNvPr id="0" name=""/>
        <dsp:cNvSpPr/>
      </dsp:nvSpPr>
      <dsp:spPr>
        <a:xfrm rot="5400000">
          <a:off x="9510373" y="435803"/>
          <a:ext cx="997703" cy="1660155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B05E4F-D54C-4634-A8D4-7CD053159DE0}">
      <dsp:nvSpPr>
        <dsp:cNvPr id="0" name=""/>
        <dsp:cNvSpPr/>
      </dsp:nvSpPr>
      <dsp:spPr>
        <a:xfrm>
          <a:off x="9343831" y="931832"/>
          <a:ext cx="1498797" cy="131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9343831" y="931832"/>
        <a:ext cx="1498797" cy="13137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A0450-BC9E-4E48-8863-A9DD29997A17}">
      <dsp:nvSpPr>
        <dsp:cNvPr id="0" name=""/>
        <dsp:cNvSpPr/>
      </dsp:nvSpPr>
      <dsp:spPr>
        <a:xfrm>
          <a:off x="2464432" y="0"/>
          <a:ext cx="6397929" cy="3998706"/>
        </a:xfrm>
        <a:prstGeom prst="swooshArrow">
          <a:avLst>
            <a:gd name="adj1" fmla="val 25000"/>
            <a:gd name="adj2" fmla="val 25000"/>
          </a:avLst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58AC4DD-95E9-4FF1-9206-F8A187CF4364}">
      <dsp:nvSpPr>
        <dsp:cNvPr id="0" name=""/>
        <dsp:cNvSpPr/>
      </dsp:nvSpPr>
      <dsp:spPr>
        <a:xfrm>
          <a:off x="3276969" y="2759906"/>
          <a:ext cx="166346" cy="16634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1046E6-2D27-443B-AC4D-CCC51DDFEEF7}">
      <dsp:nvSpPr>
        <dsp:cNvPr id="0" name=""/>
        <dsp:cNvSpPr/>
      </dsp:nvSpPr>
      <dsp:spPr>
        <a:xfrm>
          <a:off x="2967368" y="3034382"/>
          <a:ext cx="1795002" cy="8692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143" tIns="0" rIns="0" bIns="0" numCol="1" spcCol="1270" anchor="t" anchorCtr="0">
          <a:noAutofit/>
        </a:bodyPr>
        <a:lstStyle/>
        <a:p>
          <a:pPr marL="0" lvl="0" indent="0" algn="ctr" defTabSz="1422400" rtl="1">
            <a:lnSpc>
              <a:spcPts val="42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قبل از خرید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967368" y="3034382"/>
        <a:ext cx="1795002" cy="869285"/>
      </dsp:txXfrm>
    </dsp:sp>
    <dsp:sp modelId="{1E1BE295-DA99-48AB-860E-993840958087}">
      <dsp:nvSpPr>
        <dsp:cNvPr id="0" name=""/>
        <dsp:cNvSpPr/>
      </dsp:nvSpPr>
      <dsp:spPr>
        <a:xfrm>
          <a:off x="4745294" y="1673058"/>
          <a:ext cx="300702" cy="30070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E26E9E1-2F92-4ABC-8B3F-621B32F3BC70}">
      <dsp:nvSpPr>
        <dsp:cNvPr id="0" name=""/>
        <dsp:cNvSpPr/>
      </dsp:nvSpPr>
      <dsp:spPr>
        <a:xfrm>
          <a:off x="4552745" y="2197582"/>
          <a:ext cx="1316525" cy="8301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336" tIns="0" rIns="0" bIns="0" numCol="1" spcCol="1270" anchor="t" anchorCtr="0">
          <a:noAutofit/>
        </a:bodyPr>
        <a:lstStyle/>
        <a:p>
          <a:pPr marL="0" lvl="0" indent="0" algn="ctr" defTabSz="1422400" rtl="1">
            <a:lnSpc>
              <a:spcPts val="42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حین خرید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552745" y="2197582"/>
        <a:ext cx="1316525" cy="830179"/>
      </dsp:txXfrm>
    </dsp:sp>
    <dsp:sp modelId="{E81D49AF-67C5-4194-8827-73784DBC99C4}">
      <dsp:nvSpPr>
        <dsp:cNvPr id="0" name=""/>
        <dsp:cNvSpPr/>
      </dsp:nvSpPr>
      <dsp:spPr>
        <a:xfrm>
          <a:off x="6511123" y="1011672"/>
          <a:ext cx="415865" cy="41586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A10B7C-C4A0-4110-A5B3-C83B7C55218D}">
      <dsp:nvSpPr>
        <dsp:cNvPr id="0" name=""/>
        <dsp:cNvSpPr/>
      </dsp:nvSpPr>
      <dsp:spPr>
        <a:xfrm>
          <a:off x="6243433" y="1572036"/>
          <a:ext cx="1697529" cy="158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358" tIns="0" rIns="0" bIns="0" numCol="1" spcCol="1270" anchor="t" anchorCtr="0">
          <a:noAutofit/>
        </a:bodyPr>
        <a:lstStyle/>
        <a:p>
          <a:pPr marL="0" lvl="0" indent="0" algn="ctr" defTabSz="1422400" rtl="1">
            <a:lnSpc>
              <a:spcPts val="42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پس از خرید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6243433" y="1572036"/>
        <a:ext cx="1697529" cy="15855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A5D4F4-DEA3-4DB3-A1E2-4654D47DDF6A}">
      <dsp:nvSpPr>
        <dsp:cNvPr id="0" name=""/>
        <dsp:cNvSpPr/>
      </dsp:nvSpPr>
      <dsp:spPr>
        <a:xfrm>
          <a:off x="2685738" y="0"/>
          <a:ext cx="5418667" cy="5418667"/>
        </a:xfrm>
        <a:prstGeom prst="triangle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48BDD59-2B7F-4106-A2DF-46422260F98E}">
      <dsp:nvSpPr>
        <dsp:cNvPr id="0" name=""/>
        <dsp:cNvSpPr/>
      </dsp:nvSpPr>
      <dsp:spPr>
        <a:xfrm>
          <a:off x="5435603" y="542395"/>
          <a:ext cx="3522133" cy="770466"/>
        </a:xfrm>
        <a:prstGeom prst="roundRect">
          <a:avLst/>
        </a:prstGeom>
        <a:solidFill>
          <a:srgbClr val="B9BFE1">
            <a:alpha val="90000"/>
          </a:srgb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0" kern="120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30 درصد علاقمند نیستند/ نمیدانند مشکلی وجود دارد</a:t>
          </a:r>
          <a:endParaRPr lang="en-US" sz="2400" b="0" kern="120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sp:txBody>
      <dsp:txXfrm>
        <a:off x="5473214" y="580006"/>
        <a:ext cx="3446911" cy="695244"/>
      </dsp:txXfrm>
    </dsp:sp>
    <dsp:sp modelId="{C565654B-A622-4A91-98D7-64902BA7610A}">
      <dsp:nvSpPr>
        <dsp:cNvPr id="0" name=""/>
        <dsp:cNvSpPr/>
      </dsp:nvSpPr>
      <dsp:spPr>
        <a:xfrm>
          <a:off x="5435603" y="1409170"/>
          <a:ext cx="3522133" cy="770466"/>
        </a:xfrm>
        <a:prstGeom prst="roundRect">
          <a:avLst/>
        </a:prstGeom>
        <a:solidFill>
          <a:srgbClr val="B9BFE1">
            <a:alpha val="90000"/>
          </a:srgb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Courier New" panose="02070309020205020404" pitchFamily="49" charset="0"/>
            <a:buNone/>
          </a:pPr>
          <a:r>
            <a:rPr lang="ar-SA" sz="2400" b="0" kern="120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30 درصد حتی رایگان</a:t>
          </a:r>
          <a:r>
            <a:rPr lang="fa-IR" sz="2400" b="0" kern="120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 هم</a:t>
          </a:r>
          <a:r>
            <a:rPr lang="ar-SA" sz="2400" b="0" kern="120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 نخواهند خرید</a:t>
          </a:r>
          <a:endParaRPr lang="en-US" sz="2400" b="0" kern="120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sp:txBody>
      <dsp:txXfrm>
        <a:off x="5473214" y="1446781"/>
        <a:ext cx="3446911" cy="695244"/>
      </dsp:txXfrm>
    </dsp:sp>
    <dsp:sp modelId="{BDE8D130-2126-43AE-9CAE-D33E452807D2}">
      <dsp:nvSpPr>
        <dsp:cNvPr id="0" name=""/>
        <dsp:cNvSpPr/>
      </dsp:nvSpPr>
      <dsp:spPr>
        <a:xfrm>
          <a:off x="5435603" y="2275945"/>
          <a:ext cx="3522133" cy="770466"/>
        </a:xfrm>
        <a:prstGeom prst="roundRect">
          <a:avLst/>
        </a:prstGeom>
        <a:solidFill>
          <a:srgbClr val="B9BFE1">
            <a:alpha val="90000"/>
          </a:srgb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0" kern="1200" dirty="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30 درصد علاقمند هستند ولی شک دارند</a:t>
          </a:r>
          <a:endParaRPr lang="en-US" sz="2400" b="0" kern="120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sp:txBody>
      <dsp:txXfrm>
        <a:off x="5473214" y="2313556"/>
        <a:ext cx="3446911" cy="695244"/>
      </dsp:txXfrm>
    </dsp:sp>
    <dsp:sp modelId="{05CC05CB-7FE6-4DFD-84BE-FC58A8DFFCC6}">
      <dsp:nvSpPr>
        <dsp:cNvPr id="0" name=""/>
        <dsp:cNvSpPr/>
      </dsp:nvSpPr>
      <dsp:spPr>
        <a:xfrm>
          <a:off x="5435603" y="3142721"/>
          <a:ext cx="3522133" cy="770466"/>
        </a:xfrm>
        <a:prstGeom prst="roundRect">
          <a:avLst/>
        </a:prstGeom>
        <a:solidFill>
          <a:srgbClr val="B9BFE1">
            <a:alpha val="90000"/>
          </a:srgb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0" kern="120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3 درصد بسیار مشتاق به خرید</a:t>
          </a:r>
          <a:endParaRPr lang="en-US" sz="2400" b="0" kern="120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sp:txBody>
      <dsp:txXfrm>
        <a:off x="5473214" y="3180332"/>
        <a:ext cx="3446911" cy="695244"/>
      </dsp:txXfrm>
    </dsp:sp>
    <dsp:sp modelId="{D0766CC1-2AE7-4690-918A-A0E135F6C332}">
      <dsp:nvSpPr>
        <dsp:cNvPr id="0" name=""/>
        <dsp:cNvSpPr/>
      </dsp:nvSpPr>
      <dsp:spPr>
        <a:xfrm>
          <a:off x="5435603" y="4009496"/>
          <a:ext cx="3522133" cy="770466"/>
        </a:xfrm>
        <a:prstGeom prst="roundRect">
          <a:avLst/>
        </a:prstGeom>
        <a:solidFill>
          <a:srgbClr val="B9BFE1">
            <a:alpha val="90000"/>
          </a:srgbClr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b="0" kern="1200">
              <a:ln>
                <a:noFill/>
              </a:ln>
              <a:solidFill>
                <a:srgbClr val="5A2837"/>
              </a:solidFill>
              <a:cs typeface="B Mitra" panose="00000400000000000000" pitchFamily="2" charset="-78"/>
            </a:rPr>
            <a:t>7 درصد آماده خرید</a:t>
          </a:r>
          <a:endParaRPr lang="en-US" sz="2400" b="0" kern="1200" dirty="0">
            <a:ln>
              <a:noFill/>
            </a:ln>
            <a:solidFill>
              <a:srgbClr val="5A2837"/>
            </a:solidFill>
            <a:cs typeface="B Mitra" panose="00000400000000000000" pitchFamily="2" charset="-78"/>
          </a:endParaRPr>
        </a:p>
      </dsp:txBody>
      <dsp:txXfrm>
        <a:off x="5473214" y="4047107"/>
        <a:ext cx="3446911" cy="69524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075C2-D52E-45C9-9FE7-252A982D586A}">
      <dsp:nvSpPr>
        <dsp:cNvPr id="0" name=""/>
        <dsp:cNvSpPr/>
      </dsp:nvSpPr>
      <dsp:spPr>
        <a:xfrm>
          <a:off x="8471" y="2768886"/>
          <a:ext cx="3425507" cy="246465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2060"/>
              </a:solidFill>
              <a:cs typeface="B Mitra" panose="00000400000000000000" pitchFamily="2" charset="-78"/>
            </a:rPr>
            <a:t>ترس از عدم قبولی اشتباه</a:t>
          </a: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(اگه خطایی صورت بگیره آیا رضایت من جلب میشه یا جبران میشه؟)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80658" y="2841073"/>
        <a:ext cx="3281133" cy="2320276"/>
      </dsp:txXfrm>
    </dsp:sp>
    <dsp:sp modelId="{0323E4CB-899A-4CEA-B4E6-AB83AB82F3A8}">
      <dsp:nvSpPr>
        <dsp:cNvPr id="0" name=""/>
        <dsp:cNvSpPr/>
      </dsp:nvSpPr>
      <dsp:spPr>
        <a:xfrm>
          <a:off x="8471" y="2567"/>
          <a:ext cx="3425507" cy="246465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2060"/>
              </a:solidFill>
              <a:cs typeface="B Mitra" panose="00000400000000000000" pitchFamily="2" charset="-78"/>
            </a:rPr>
            <a:t>ترس از عدم تعهدات پرسنل نسبت به مشتری</a:t>
          </a: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(آیا واقعا کیفیتی که نشان میدن همونیکه در واقعیت اجرا میشه؟)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80658" y="74754"/>
        <a:ext cx="3281133" cy="2320276"/>
      </dsp:txXfrm>
    </dsp:sp>
    <dsp:sp modelId="{14323270-0EC4-480D-869B-22DB9D2060A5}">
      <dsp:nvSpPr>
        <dsp:cNvPr id="0" name=""/>
        <dsp:cNvSpPr/>
      </dsp:nvSpPr>
      <dsp:spPr>
        <a:xfrm>
          <a:off x="4009464" y="2768886"/>
          <a:ext cx="3425507" cy="246465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2060"/>
              </a:solidFill>
              <a:cs typeface="B Mitra" panose="00000400000000000000" pitchFamily="2" charset="-78"/>
            </a:rPr>
            <a:t>ترس از ضعف یا فقدان پشتیبانی</a:t>
          </a: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(اگه این خدمات رو انجام بدم شرایط پشتیبانی چجوریه؟)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4081651" y="2841073"/>
        <a:ext cx="3281133" cy="2320276"/>
      </dsp:txXfrm>
    </dsp:sp>
    <dsp:sp modelId="{E6ED03E5-5BD9-4912-9717-23CA93EBC20D}">
      <dsp:nvSpPr>
        <dsp:cNvPr id="0" name=""/>
        <dsp:cNvSpPr/>
      </dsp:nvSpPr>
      <dsp:spPr>
        <a:xfrm>
          <a:off x="4009464" y="2567"/>
          <a:ext cx="3425507" cy="246465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2060"/>
              </a:solidFill>
              <a:cs typeface="B Mitra" panose="00000400000000000000" pitchFamily="2" charset="-78"/>
            </a:rPr>
            <a:t>ترس از عدم تطابق خدمات با تجارب مشابه</a:t>
          </a: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(آیا این خدمات مطابق تجارب مشابه من تو سالن های دیگه میتونه باشه؟)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4081651" y="74754"/>
        <a:ext cx="3281133" cy="2320276"/>
      </dsp:txXfrm>
    </dsp:sp>
    <dsp:sp modelId="{EC5D14C4-DB18-436C-8C1E-0C5614084BCD}">
      <dsp:nvSpPr>
        <dsp:cNvPr id="0" name=""/>
        <dsp:cNvSpPr/>
      </dsp:nvSpPr>
      <dsp:spPr>
        <a:xfrm>
          <a:off x="8010457" y="2768886"/>
          <a:ext cx="3425507" cy="246465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2060"/>
              </a:solidFill>
              <a:cs typeface="B Mitra" panose="00000400000000000000" pitchFamily="2" charset="-78"/>
            </a:rPr>
            <a:t>ترس از قیمت گران</a:t>
          </a: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(حتی اگه هم توانایی پرداخت رو داشته باشه آیا ارزش پرداخت داره؟)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8082644" y="2841073"/>
        <a:ext cx="3281133" cy="2320276"/>
      </dsp:txXfrm>
    </dsp:sp>
    <dsp:sp modelId="{6651B31F-C70D-4E7B-B382-2D3424293156}">
      <dsp:nvSpPr>
        <dsp:cNvPr id="0" name=""/>
        <dsp:cNvSpPr/>
      </dsp:nvSpPr>
      <dsp:spPr>
        <a:xfrm>
          <a:off x="8010457" y="2567"/>
          <a:ext cx="3425507" cy="246465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2060"/>
              </a:solidFill>
              <a:cs typeface="B Mitra" panose="00000400000000000000" pitchFamily="2" charset="-78"/>
            </a:rPr>
            <a:t>ترس از </a:t>
          </a:r>
          <a:r>
            <a:rPr lang="fa-IR" sz="3200" b="0" kern="1200" dirty="0">
              <a:solidFill>
                <a:srgbClr val="002060"/>
              </a:solidFill>
              <a:cs typeface="B Mitra" panose="00000400000000000000" pitchFamily="2" charset="-78"/>
            </a:rPr>
            <a:t>عدم کیفیت </a:t>
          </a:r>
          <a:r>
            <a:rPr lang="fa-IR" sz="3200" kern="1200" dirty="0">
              <a:solidFill>
                <a:srgbClr val="002060"/>
              </a:solidFill>
              <a:cs typeface="B Mitra" panose="00000400000000000000" pitchFamily="2" charset="-78"/>
            </a:rPr>
            <a:t>یا عدم سلامت خدمات</a:t>
          </a:r>
        </a:p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(آیا اصلا کیفیت ادعایی رو داره یا برای سلامتی ضرر نداره؟)</a:t>
          </a:r>
        </a:p>
      </dsp:txBody>
      <dsp:txXfrm>
        <a:off x="8082644" y="74754"/>
        <a:ext cx="3281133" cy="232027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2CB3C-0340-43CF-A198-8CED48458631}">
      <dsp:nvSpPr>
        <dsp:cNvPr id="0" name=""/>
        <dsp:cNvSpPr/>
      </dsp:nvSpPr>
      <dsp:spPr>
        <a:xfrm rot="5400000">
          <a:off x="401830" y="2445744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B1D505-CF74-4719-ACF9-459B767E3307}">
      <dsp:nvSpPr>
        <dsp:cNvPr id="0" name=""/>
        <dsp:cNvSpPr/>
      </dsp:nvSpPr>
      <dsp:spPr>
        <a:xfrm>
          <a:off x="201269" y="3043098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1" kern="120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1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01269" y="3043098"/>
        <a:ext cx="1804960" cy="1582153"/>
      </dsp:txXfrm>
    </dsp:sp>
    <dsp:sp modelId="{8CB1DA42-4248-472D-A039-1A258F25934A}">
      <dsp:nvSpPr>
        <dsp:cNvPr id="0" name=""/>
        <dsp:cNvSpPr/>
      </dsp:nvSpPr>
      <dsp:spPr>
        <a:xfrm>
          <a:off x="1665671" y="2298555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B4FA9E-32F9-46C1-9FF7-CBD2CE92CD42}">
      <dsp:nvSpPr>
        <dsp:cNvPr id="0" name=""/>
        <dsp:cNvSpPr/>
      </dsp:nvSpPr>
      <dsp:spPr>
        <a:xfrm rot="5400000">
          <a:off x="2611454" y="1898970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1F6867-68E1-43FE-B352-330C8C101CC0}">
      <dsp:nvSpPr>
        <dsp:cNvPr id="0" name=""/>
        <dsp:cNvSpPr/>
      </dsp:nvSpPr>
      <dsp:spPr>
        <a:xfrm>
          <a:off x="2410893" y="2496324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410893" y="2496324"/>
        <a:ext cx="1804960" cy="1582153"/>
      </dsp:txXfrm>
    </dsp:sp>
    <dsp:sp modelId="{510F7C7B-EB4A-4A1C-9855-9724ABA5C69D}">
      <dsp:nvSpPr>
        <dsp:cNvPr id="0" name=""/>
        <dsp:cNvSpPr/>
      </dsp:nvSpPr>
      <dsp:spPr>
        <a:xfrm>
          <a:off x="3875295" y="1751781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400550-72AC-4E67-B438-B3D39895F942}">
      <dsp:nvSpPr>
        <dsp:cNvPr id="0" name=""/>
        <dsp:cNvSpPr/>
      </dsp:nvSpPr>
      <dsp:spPr>
        <a:xfrm rot="5400000">
          <a:off x="4821079" y="1352196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159A42-36AD-480F-8CB9-15DDDF45A5B9}">
      <dsp:nvSpPr>
        <dsp:cNvPr id="0" name=""/>
        <dsp:cNvSpPr/>
      </dsp:nvSpPr>
      <dsp:spPr>
        <a:xfrm>
          <a:off x="4620517" y="1949550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620517" y="1949550"/>
        <a:ext cx="1804960" cy="1582153"/>
      </dsp:txXfrm>
    </dsp:sp>
    <dsp:sp modelId="{42AA2FE6-FBE5-4BCF-A215-9F4E63E2F49B}">
      <dsp:nvSpPr>
        <dsp:cNvPr id="0" name=""/>
        <dsp:cNvSpPr/>
      </dsp:nvSpPr>
      <dsp:spPr>
        <a:xfrm>
          <a:off x="6084919" y="1205007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FA66C9-B787-449A-A989-19441E9EAD5B}">
      <dsp:nvSpPr>
        <dsp:cNvPr id="0" name=""/>
        <dsp:cNvSpPr/>
      </dsp:nvSpPr>
      <dsp:spPr>
        <a:xfrm rot="5400000">
          <a:off x="7030703" y="805423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6F701D-F089-4F60-BC5C-045696C09C60}">
      <dsp:nvSpPr>
        <dsp:cNvPr id="0" name=""/>
        <dsp:cNvSpPr/>
      </dsp:nvSpPr>
      <dsp:spPr>
        <a:xfrm>
          <a:off x="6830142" y="1402777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6830142" y="1402777"/>
        <a:ext cx="1804960" cy="1582153"/>
      </dsp:txXfrm>
    </dsp:sp>
    <dsp:sp modelId="{50E75A68-B861-4F09-B3F5-58A68E30711B}">
      <dsp:nvSpPr>
        <dsp:cNvPr id="0" name=""/>
        <dsp:cNvSpPr/>
      </dsp:nvSpPr>
      <dsp:spPr>
        <a:xfrm>
          <a:off x="8294544" y="658234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3D7A29-E9C8-416A-818F-3B37F0790590}">
      <dsp:nvSpPr>
        <dsp:cNvPr id="0" name=""/>
        <dsp:cNvSpPr/>
      </dsp:nvSpPr>
      <dsp:spPr>
        <a:xfrm rot="5400000">
          <a:off x="9240327" y="258649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B05E4F-D54C-4634-A8D4-7CD053159DE0}">
      <dsp:nvSpPr>
        <dsp:cNvPr id="0" name=""/>
        <dsp:cNvSpPr/>
      </dsp:nvSpPr>
      <dsp:spPr>
        <a:xfrm>
          <a:off x="9039766" y="856003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9039766" y="856003"/>
        <a:ext cx="1804960" cy="158215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234E0-EF8C-4E4D-96DD-7FF7BA3D21AC}">
      <dsp:nvSpPr>
        <dsp:cNvPr id="0" name=""/>
        <dsp:cNvSpPr/>
      </dsp:nvSpPr>
      <dsp:spPr>
        <a:xfrm>
          <a:off x="15" y="36358"/>
          <a:ext cx="3060002" cy="208800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5837" r="5837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F2021B-7703-494A-A006-C90554F9195B}">
      <dsp:nvSpPr>
        <dsp:cNvPr id="0" name=""/>
        <dsp:cNvSpPr/>
      </dsp:nvSpPr>
      <dsp:spPr>
        <a:xfrm>
          <a:off x="3246479" y="2251681"/>
          <a:ext cx="4440326" cy="2742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حدود ۶۰٪ از مشتریان </a:t>
          </a:r>
          <a:r>
            <a:rPr lang="ar-SA" sz="2800" b="1" u="sng" kern="1200" dirty="0">
              <a:solidFill>
                <a:srgbClr val="5A283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Mitra" panose="00000400000000000000" pitchFamily="2" charset="-78"/>
            </a:rPr>
            <a:t>تصمیم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اولیه خرید خود را بر اساس اولین تعامل با برند می‌گیرند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HubSpot 2023, </a:t>
          </a:r>
        </a:p>
      </dsp:txBody>
      <dsp:txXfrm>
        <a:off x="3246479" y="2251681"/>
        <a:ext cx="4440326" cy="2742711"/>
      </dsp:txXfrm>
    </dsp:sp>
    <dsp:sp modelId="{186017D9-5C56-4133-8D89-5670CC19F0A7}">
      <dsp:nvSpPr>
        <dsp:cNvPr id="0" name=""/>
        <dsp:cNvSpPr/>
      </dsp:nvSpPr>
      <dsp:spPr>
        <a:xfrm>
          <a:off x="2854709" y="1860247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39BA9F-65CE-4A91-9886-662A2BA53E47}">
      <dsp:nvSpPr>
        <dsp:cNvPr id="0" name=""/>
        <dsp:cNvSpPr/>
      </dsp:nvSpPr>
      <dsp:spPr>
        <a:xfrm rot="5400000">
          <a:off x="7042929" y="1860385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91CE31-F653-4A9E-970F-9CF66832A2C9}">
      <dsp:nvSpPr>
        <dsp:cNvPr id="0" name=""/>
        <dsp:cNvSpPr/>
      </dsp:nvSpPr>
      <dsp:spPr>
        <a:xfrm rot="16200000">
          <a:off x="2854571" y="4319829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1ED2E7-D777-4FE7-AA5A-30E242E7B445}">
      <dsp:nvSpPr>
        <dsp:cNvPr id="0" name=""/>
        <dsp:cNvSpPr/>
      </dsp:nvSpPr>
      <dsp:spPr>
        <a:xfrm rot="10800000">
          <a:off x="7043067" y="4319692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C01FB-35E4-4ED6-B181-85DCC4428ADA}">
      <dsp:nvSpPr>
        <dsp:cNvPr id="0" name=""/>
        <dsp:cNvSpPr/>
      </dsp:nvSpPr>
      <dsp:spPr>
        <a:xfrm>
          <a:off x="3109548" y="1050942"/>
          <a:ext cx="3152826" cy="3152826"/>
        </a:xfrm>
        <a:prstGeom prst="ellipse">
          <a:avLst/>
        </a:prstGeom>
        <a:solidFill>
          <a:srgbClr val="7A364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80B81F5-9686-4984-8F74-0886E691C781}">
      <dsp:nvSpPr>
        <dsp:cNvPr id="0" name=""/>
        <dsp:cNvSpPr/>
      </dsp:nvSpPr>
      <dsp:spPr>
        <a:xfrm>
          <a:off x="3730497" y="1681507"/>
          <a:ext cx="1891696" cy="1891696"/>
        </a:xfrm>
        <a:prstGeom prst="ellipse">
          <a:avLst/>
        </a:prstGeom>
        <a:solidFill>
          <a:srgbClr val="C3778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8C8C48-D983-4BC8-A19B-3F80F39D687D}">
      <dsp:nvSpPr>
        <dsp:cNvPr id="0" name=""/>
        <dsp:cNvSpPr/>
      </dsp:nvSpPr>
      <dsp:spPr>
        <a:xfrm>
          <a:off x="4361063" y="2312072"/>
          <a:ext cx="630565" cy="630565"/>
        </a:xfrm>
        <a:prstGeom prst="ellipse">
          <a:avLst/>
        </a:prstGeom>
        <a:solidFill>
          <a:srgbClr val="CE90A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873684-1935-45C8-9D4C-23F00FC865BB}">
      <dsp:nvSpPr>
        <dsp:cNvPr id="0" name=""/>
        <dsp:cNvSpPr/>
      </dsp:nvSpPr>
      <dsp:spPr>
        <a:xfrm>
          <a:off x="6636266" y="0"/>
          <a:ext cx="2283261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31750" bIns="31750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500" kern="1200" dirty="0">
              <a:solidFill>
                <a:srgbClr val="002060"/>
              </a:solidFill>
              <a:cs typeface="B Mitra" panose="00000400000000000000" pitchFamily="2" charset="-78"/>
            </a:rPr>
            <a:t>تاثیر مثبت بر </a:t>
          </a:r>
          <a:r>
            <a:rPr lang="fa-IR" sz="2500" b="1" u="none" kern="1200" dirty="0">
              <a:solidFill>
                <a:srgbClr val="002060"/>
              </a:solidFill>
              <a:cs typeface="B Mitra" panose="00000400000000000000" pitchFamily="2" charset="-78"/>
            </a:rPr>
            <a:t>نگرش</a:t>
          </a:r>
          <a:r>
            <a:rPr lang="fa-IR" sz="2500" kern="1200" dirty="0">
              <a:solidFill>
                <a:srgbClr val="002060"/>
              </a:solidFill>
              <a:cs typeface="B Mitra" panose="00000400000000000000" pitchFamily="2" charset="-78"/>
            </a:rPr>
            <a:t> مخاطب به برند</a:t>
          </a:r>
          <a:endParaRPr lang="en-US" sz="25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636266" y="0"/>
        <a:ext cx="2283261" cy="919574"/>
      </dsp:txXfrm>
    </dsp:sp>
    <dsp:sp modelId="{C767E1C6-70FD-4638-9642-E6D5DDE907AD}">
      <dsp:nvSpPr>
        <dsp:cNvPr id="0" name=""/>
        <dsp:cNvSpPr/>
      </dsp:nvSpPr>
      <dsp:spPr>
        <a:xfrm>
          <a:off x="6384126" y="459787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D57CD1-55B8-413A-A759-B3572EDC0BB2}">
      <dsp:nvSpPr>
        <dsp:cNvPr id="0" name=""/>
        <dsp:cNvSpPr/>
      </dsp:nvSpPr>
      <dsp:spPr>
        <a:xfrm rot="5400000">
          <a:off x="4445926" y="690731"/>
          <a:ext cx="2167042" cy="170620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0E007A-1F60-4F85-A8DA-ABB63F316C9A}">
      <dsp:nvSpPr>
        <dsp:cNvPr id="0" name=""/>
        <dsp:cNvSpPr/>
      </dsp:nvSpPr>
      <dsp:spPr>
        <a:xfrm>
          <a:off x="6636266" y="919574"/>
          <a:ext cx="2283261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31750" bIns="31750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500" kern="1200" dirty="0">
              <a:solidFill>
                <a:srgbClr val="002060"/>
              </a:solidFill>
              <a:cs typeface="B Mitra" panose="00000400000000000000" pitchFamily="2" charset="-78"/>
            </a:rPr>
            <a:t>ایجاد حس کنجکاوی</a:t>
          </a:r>
          <a:endParaRPr lang="en-US" sz="25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636266" y="919574"/>
        <a:ext cx="2283261" cy="919574"/>
      </dsp:txXfrm>
    </dsp:sp>
    <dsp:sp modelId="{ED0E648C-4C27-4328-AF4F-0CB8761EE87F}">
      <dsp:nvSpPr>
        <dsp:cNvPr id="0" name=""/>
        <dsp:cNvSpPr/>
      </dsp:nvSpPr>
      <dsp:spPr>
        <a:xfrm>
          <a:off x="6384126" y="1379361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BAAD179-AB7A-448A-8556-B6C13BD79211}">
      <dsp:nvSpPr>
        <dsp:cNvPr id="0" name=""/>
        <dsp:cNvSpPr/>
      </dsp:nvSpPr>
      <dsp:spPr>
        <a:xfrm rot="5400000">
          <a:off x="4911073" y="1595960"/>
          <a:ext cx="1688654" cy="1254299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40EC126-06C4-4844-A4B9-E3FFDEDB06D6}">
      <dsp:nvSpPr>
        <dsp:cNvPr id="0" name=""/>
        <dsp:cNvSpPr/>
      </dsp:nvSpPr>
      <dsp:spPr>
        <a:xfrm>
          <a:off x="6636266" y="1839148"/>
          <a:ext cx="2283261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31750" rIns="31750" bIns="31750" numCol="1" spcCol="1270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500" kern="1200" dirty="0">
              <a:solidFill>
                <a:srgbClr val="002060"/>
              </a:solidFill>
              <a:cs typeface="B Mitra" panose="00000400000000000000" pitchFamily="2" charset="-78"/>
            </a:rPr>
            <a:t>ایجاد اولین حس مثبت</a:t>
          </a:r>
          <a:endParaRPr lang="en-US" sz="25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636266" y="1839148"/>
        <a:ext cx="2283261" cy="919574"/>
      </dsp:txXfrm>
    </dsp:sp>
    <dsp:sp modelId="{23FE6E9A-7D93-4BF7-B2C6-9759E08872E2}">
      <dsp:nvSpPr>
        <dsp:cNvPr id="0" name=""/>
        <dsp:cNvSpPr/>
      </dsp:nvSpPr>
      <dsp:spPr>
        <a:xfrm>
          <a:off x="6384126" y="2298936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9D7B176-2CBA-498B-92B0-6EE401F95DC5}">
      <dsp:nvSpPr>
        <dsp:cNvPr id="0" name=""/>
        <dsp:cNvSpPr/>
      </dsp:nvSpPr>
      <dsp:spPr>
        <a:xfrm rot="5400000">
          <a:off x="5376798" y="2500454"/>
          <a:ext cx="1206481" cy="80239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538A1-1DCB-452A-9D99-C9AA37AC1F13}">
      <dsp:nvSpPr>
        <dsp:cNvPr id="0" name=""/>
        <dsp:cNvSpPr/>
      </dsp:nvSpPr>
      <dsp:spPr>
        <a:xfrm>
          <a:off x="4976195" y="3043304"/>
          <a:ext cx="1855608" cy="1855608"/>
        </a:xfrm>
        <a:prstGeom prst="ellipse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نقاط تماس (</a:t>
          </a:r>
          <a:r>
            <a:rPr lang="fa-IR" sz="2000" b="1" u="sng" kern="1200" dirty="0">
              <a:solidFill>
                <a:srgbClr val="002060"/>
              </a:solidFill>
              <a:cs typeface="B Mitra" panose="00000400000000000000" pitchFamily="2" charset="-78"/>
            </a:rPr>
            <a:t>غریبه</a:t>
          </a: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 با برند)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247942" y="3315051"/>
        <a:ext cx="1312114" cy="1312114"/>
      </dsp:txXfrm>
    </dsp:sp>
    <dsp:sp modelId="{A1E6C3AD-546A-4FDE-920F-91079309126F}">
      <dsp:nvSpPr>
        <dsp:cNvPr id="0" name=""/>
        <dsp:cNvSpPr/>
      </dsp:nvSpPr>
      <dsp:spPr>
        <a:xfrm rot="10800000">
          <a:off x="2364053" y="3706684"/>
          <a:ext cx="2468473" cy="52884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B4D8BE-AD5A-4DB9-AFC7-F6BAE0E82486}">
      <dsp:nvSpPr>
        <dsp:cNvPr id="0" name=""/>
        <dsp:cNvSpPr/>
      </dsp:nvSpPr>
      <dsp:spPr>
        <a:xfrm>
          <a:off x="1714590" y="3451538"/>
          <a:ext cx="1298926" cy="103914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معرفی دهان به دهان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1745025" y="3481973"/>
        <a:ext cx="1238056" cy="978270"/>
      </dsp:txXfrm>
    </dsp:sp>
    <dsp:sp modelId="{88BF75C1-5316-4394-9710-DDCA01C961B5}">
      <dsp:nvSpPr>
        <dsp:cNvPr id="0" name=""/>
        <dsp:cNvSpPr/>
      </dsp:nvSpPr>
      <dsp:spPr>
        <a:xfrm rot="12342857">
          <a:off x="2592390" y="2706275"/>
          <a:ext cx="2468473" cy="52884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A9509F-0BA4-4CD3-B80A-B1E4EE931278}">
      <dsp:nvSpPr>
        <dsp:cNvPr id="0" name=""/>
        <dsp:cNvSpPr/>
      </dsp:nvSpPr>
      <dsp:spPr>
        <a:xfrm>
          <a:off x="2065155" y="1915613"/>
          <a:ext cx="1298926" cy="103914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هر رفتار </a:t>
          </a: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ما </a:t>
          </a:r>
          <a:r>
            <a:rPr lang="ar-SA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بیرون سالن</a:t>
          </a: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 / </a:t>
          </a:r>
          <a:r>
            <a:rPr lang="ar-SA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تو فضاهای عمومی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2095590" y="1946048"/>
        <a:ext cx="1238056" cy="978270"/>
      </dsp:txXfrm>
    </dsp:sp>
    <dsp:sp modelId="{3BB51523-DE57-40BD-9922-91B90AF31793}">
      <dsp:nvSpPr>
        <dsp:cNvPr id="0" name=""/>
        <dsp:cNvSpPr/>
      </dsp:nvSpPr>
      <dsp:spPr>
        <a:xfrm rot="13885714">
          <a:off x="3232176" y="1904008"/>
          <a:ext cx="2468473" cy="52884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CD5688-487C-4926-A4F3-AD49D58E18CB}">
      <dsp:nvSpPr>
        <dsp:cNvPr id="0" name=""/>
        <dsp:cNvSpPr/>
      </dsp:nvSpPr>
      <dsp:spPr>
        <a:xfrm>
          <a:off x="3047416" y="683897"/>
          <a:ext cx="1298926" cy="103914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66"/>
              </a:solidFill>
              <a:cs typeface="B Mitra" panose="00000400000000000000" pitchFamily="2" charset="-78"/>
            </a:rPr>
            <a:t>SMS</a:t>
          </a: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 مارکتینگ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3077851" y="714332"/>
        <a:ext cx="1238056" cy="978270"/>
      </dsp:txXfrm>
    </dsp:sp>
    <dsp:sp modelId="{2A40A558-9207-4B25-B35A-22C747BE2967}">
      <dsp:nvSpPr>
        <dsp:cNvPr id="0" name=""/>
        <dsp:cNvSpPr/>
      </dsp:nvSpPr>
      <dsp:spPr>
        <a:xfrm rot="15428571">
          <a:off x="4156694" y="1458784"/>
          <a:ext cx="2468473" cy="52884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9FCF7F-8CB4-4FF6-B777-A344F2F2B232}">
      <dsp:nvSpPr>
        <dsp:cNvPr id="0" name=""/>
        <dsp:cNvSpPr/>
      </dsp:nvSpPr>
      <dsp:spPr>
        <a:xfrm>
          <a:off x="4466824" y="346"/>
          <a:ext cx="1298926" cy="103914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کاتالوگ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4497259" y="30781"/>
        <a:ext cx="1238056" cy="978270"/>
      </dsp:txXfrm>
    </dsp:sp>
    <dsp:sp modelId="{0F0EF329-C0DD-400D-A066-56D1C13E4456}">
      <dsp:nvSpPr>
        <dsp:cNvPr id="0" name=""/>
        <dsp:cNvSpPr/>
      </dsp:nvSpPr>
      <dsp:spPr>
        <a:xfrm rot="16971429">
          <a:off x="5182831" y="1458784"/>
          <a:ext cx="2468473" cy="52884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E056C1-4AB9-4523-BAA2-911997531FD3}">
      <dsp:nvSpPr>
        <dsp:cNvPr id="0" name=""/>
        <dsp:cNvSpPr/>
      </dsp:nvSpPr>
      <dsp:spPr>
        <a:xfrm>
          <a:off x="6042248" y="346"/>
          <a:ext cx="1298926" cy="103914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دیده شدن یا جستجو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WhatsApp/</a:t>
          </a:r>
          <a:endParaRPr lang="fa-IR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Telegram</a:t>
          </a:r>
        </a:p>
      </dsp:txBody>
      <dsp:txXfrm>
        <a:off x="6072683" y="30781"/>
        <a:ext cx="1238056" cy="978270"/>
      </dsp:txXfrm>
    </dsp:sp>
    <dsp:sp modelId="{C4B598AD-FA59-4C92-9CE4-541BE6E0B23E}">
      <dsp:nvSpPr>
        <dsp:cNvPr id="0" name=""/>
        <dsp:cNvSpPr/>
      </dsp:nvSpPr>
      <dsp:spPr>
        <a:xfrm rot="18514286">
          <a:off x="6107348" y="1904008"/>
          <a:ext cx="2468473" cy="52884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59125-0502-45D4-845A-5CC1CA2A0227}">
      <dsp:nvSpPr>
        <dsp:cNvPr id="0" name=""/>
        <dsp:cNvSpPr/>
      </dsp:nvSpPr>
      <dsp:spPr>
        <a:xfrm>
          <a:off x="7461656" y="683897"/>
          <a:ext cx="1298926" cy="103914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دیده شدن یا جستجو </a:t>
          </a:r>
          <a:r>
            <a:rPr lang="en-US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YouTube/ </a:t>
          </a:r>
          <a:r>
            <a:rPr lang="en-US" sz="1600" kern="1200" dirty="0">
              <a:solidFill>
                <a:srgbClr val="000066"/>
              </a:solidFill>
              <a:cs typeface="B Mitra" panose="00000400000000000000" pitchFamily="2" charset="-78"/>
            </a:rPr>
            <a:t>Pinterest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7492091" y="714332"/>
        <a:ext cx="1238056" cy="978270"/>
      </dsp:txXfrm>
    </dsp:sp>
    <dsp:sp modelId="{0FE26C76-3AC0-4A2A-930C-3A75435BC2E4}">
      <dsp:nvSpPr>
        <dsp:cNvPr id="0" name=""/>
        <dsp:cNvSpPr/>
      </dsp:nvSpPr>
      <dsp:spPr>
        <a:xfrm rot="20057143">
          <a:off x="6747134" y="2706275"/>
          <a:ext cx="2468473" cy="52884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31DC46-82A0-43CF-B106-F172231C6B55}">
      <dsp:nvSpPr>
        <dsp:cNvPr id="0" name=""/>
        <dsp:cNvSpPr/>
      </dsp:nvSpPr>
      <dsp:spPr>
        <a:xfrm>
          <a:off x="8443917" y="1915613"/>
          <a:ext cx="1298926" cy="103914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جستجو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  </a:t>
          </a:r>
          <a:r>
            <a:rPr lang="en-US" sz="1600" kern="1200" dirty="0">
              <a:solidFill>
                <a:srgbClr val="000066"/>
              </a:solidFill>
              <a:cs typeface="B Mitra" panose="00000400000000000000" pitchFamily="2" charset="-78"/>
            </a:rPr>
            <a:t> </a:t>
          </a: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وب سایت / هوش مصنوعی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8474352" y="1946048"/>
        <a:ext cx="1238056" cy="978270"/>
      </dsp:txXfrm>
    </dsp:sp>
    <dsp:sp modelId="{DFB71CC0-9185-425C-A4C1-8DE04CD84356}">
      <dsp:nvSpPr>
        <dsp:cNvPr id="0" name=""/>
        <dsp:cNvSpPr/>
      </dsp:nvSpPr>
      <dsp:spPr>
        <a:xfrm>
          <a:off x="6975471" y="3706684"/>
          <a:ext cx="2468473" cy="52884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B91C29-933E-4FCC-BD71-CA00925F256B}">
      <dsp:nvSpPr>
        <dsp:cNvPr id="0" name=""/>
        <dsp:cNvSpPr/>
      </dsp:nvSpPr>
      <dsp:spPr>
        <a:xfrm>
          <a:off x="8794482" y="3451538"/>
          <a:ext cx="1298926" cy="1039140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دیده شدن یا جستجو </a:t>
          </a:r>
          <a:r>
            <a:rPr lang="en-US" sz="1600" kern="1200" dirty="0">
              <a:solidFill>
                <a:srgbClr val="000066"/>
              </a:solidFill>
              <a:cs typeface="B Mitra" panose="00000400000000000000" pitchFamily="2" charset="-78"/>
            </a:rPr>
            <a:t>Instagram</a:t>
          </a:r>
        </a:p>
      </dsp:txBody>
      <dsp:txXfrm>
        <a:off x="8824917" y="3481973"/>
        <a:ext cx="1238056" cy="97827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2CB3C-0340-43CF-A198-8CED48458631}">
      <dsp:nvSpPr>
        <dsp:cNvPr id="0" name=""/>
        <dsp:cNvSpPr/>
      </dsp:nvSpPr>
      <dsp:spPr>
        <a:xfrm rot="5400000">
          <a:off x="401830" y="2445744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B1D505-CF74-4719-ACF9-459B767E3307}">
      <dsp:nvSpPr>
        <dsp:cNvPr id="0" name=""/>
        <dsp:cNvSpPr/>
      </dsp:nvSpPr>
      <dsp:spPr>
        <a:xfrm>
          <a:off x="201269" y="3043098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01269" y="3043098"/>
        <a:ext cx="1804960" cy="1582153"/>
      </dsp:txXfrm>
    </dsp:sp>
    <dsp:sp modelId="{8CB1DA42-4248-472D-A039-1A258F25934A}">
      <dsp:nvSpPr>
        <dsp:cNvPr id="0" name=""/>
        <dsp:cNvSpPr/>
      </dsp:nvSpPr>
      <dsp:spPr>
        <a:xfrm>
          <a:off x="1665671" y="2298555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B4FA9E-32F9-46C1-9FF7-CBD2CE92CD42}">
      <dsp:nvSpPr>
        <dsp:cNvPr id="0" name=""/>
        <dsp:cNvSpPr/>
      </dsp:nvSpPr>
      <dsp:spPr>
        <a:xfrm rot="5400000">
          <a:off x="2611454" y="1898970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1F6867-68E1-43FE-B352-330C8C101CC0}">
      <dsp:nvSpPr>
        <dsp:cNvPr id="0" name=""/>
        <dsp:cNvSpPr/>
      </dsp:nvSpPr>
      <dsp:spPr>
        <a:xfrm>
          <a:off x="2410893" y="2496324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1" kern="1200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b="1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410893" y="2496324"/>
        <a:ext cx="1804960" cy="1582153"/>
      </dsp:txXfrm>
    </dsp:sp>
    <dsp:sp modelId="{510F7C7B-EB4A-4A1C-9855-9724ABA5C69D}">
      <dsp:nvSpPr>
        <dsp:cNvPr id="0" name=""/>
        <dsp:cNvSpPr/>
      </dsp:nvSpPr>
      <dsp:spPr>
        <a:xfrm>
          <a:off x="3875295" y="1751781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400550-72AC-4E67-B438-B3D39895F942}">
      <dsp:nvSpPr>
        <dsp:cNvPr id="0" name=""/>
        <dsp:cNvSpPr/>
      </dsp:nvSpPr>
      <dsp:spPr>
        <a:xfrm rot="5400000">
          <a:off x="4821079" y="1352196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159A42-36AD-480F-8CB9-15DDDF45A5B9}">
      <dsp:nvSpPr>
        <dsp:cNvPr id="0" name=""/>
        <dsp:cNvSpPr/>
      </dsp:nvSpPr>
      <dsp:spPr>
        <a:xfrm>
          <a:off x="4620517" y="1949550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620517" y="1949550"/>
        <a:ext cx="1804960" cy="1582153"/>
      </dsp:txXfrm>
    </dsp:sp>
    <dsp:sp modelId="{42AA2FE6-FBE5-4BCF-A215-9F4E63E2F49B}">
      <dsp:nvSpPr>
        <dsp:cNvPr id="0" name=""/>
        <dsp:cNvSpPr/>
      </dsp:nvSpPr>
      <dsp:spPr>
        <a:xfrm>
          <a:off x="6084919" y="1205007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FA66C9-B787-449A-A989-19441E9EAD5B}">
      <dsp:nvSpPr>
        <dsp:cNvPr id="0" name=""/>
        <dsp:cNvSpPr/>
      </dsp:nvSpPr>
      <dsp:spPr>
        <a:xfrm rot="5400000">
          <a:off x="7030703" y="805423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6F701D-F089-4F60-BC5C-045696C09C60}">
      <dsp:nvSpPr>
        <dsp:cNvPr id="0" name=""/>
        <dsp:cNvSpPr/>
      </dsp:nvSpPr>
      <dsp:spPr>
        <a:xfrm>
          <a:off x="6830142" y="1402777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6830142" y="1402777"/>
        <a:ext cx="1804960" cy="1582153"/>
      </dsp:txXfrm>
    </dsp:sp>
    <dsp:sp modelId="{50E75A68-B861-4F09-B3F5-58A68E30711B}">
      <dsp:nvSpPr>
        <dsp:cNvPr id="0" name=""/>
        <dsp:cNvSpPr/>
      </dsp:nvSpPr>
      <dsp:spPr>
        <a:xfrm>
          <a:off x="8294544" y="658234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3D7A29-E9C8-416A-818F-3B37F0790590}">
      <dsp:nvSpPr>
        <dsp:cNvPr id="0" name=""/>
        <dsp:cNvSpPr/>
      </dsp:nvSpPr>
      <dsp:spPr>
        <a:xfrm rot="5400000">
          <a:off x="9240327" y="258649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B05E4F-D54C-4634-A8D4-7CD053159DE0}">
      <dsp:nvSpPr>
        <dsp:cNvPr id="0" name=""/>
        <dsp:cNvSpPr/>
      </dsp:nvSpPr>
      <dsp:spPr>
        <a:xfrm>
          <a:off x="9039766" y="856003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9039766" y="856003"/>
        <a:ext cx="1804960" cy="158215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234E0-EF8C-4E4D-96DD-7FF7BA3D21AC}">
      <dsp:nvSpPr>
        <dsp:cNvPr id="0" name=""/>
        <dsp:cNvSpPr/>
      </dsp:nvSpPr>
      <dsp:spPr>
        <a:xfrm>
          <a:off x="3984" y="38969"/>
          <a:ext cx="3057014" cy="208596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5837" r="5837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F2021B-7703-494A-A006-C90554F9195B}">
      <dsp:nvSpPr>
        <dsp:cNvPr id="0" name=""/>
        <dsp:cNvSpPr/>
      </dsp:nvSpPr>
      <dsp:spPr>
        <a:xfrm>
          <a:off x="3247277" y="2252128"/>
          <a:ext cx="4435990" cy="2740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حدود ۸۰٪ مشتریان قبل از خرید، چندین بار صفح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ات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برند را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جستجو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می‌کنند. اگر اولین تعامل مشتری با برند مثبت باشه، احتمال مراجعه‌ تا ۴۰٪ افزایش پیدا می‌کنه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HubSpot 2023, </a:t>
          </a:r>
        </a:p>
      </dsp:txBody>
      <dsp:txXfrm>
        <a:off x="3247277" y="2252128"/>
        <a:ext cx="4435990" cy="2740032"/>
      </dsp:txXfrm>
    </dsp:sp>
    <dsp:sp modelId="{186017D9-5C56-4133-8D89-5670CC19F0A7}">
      <dsp:nvSpPr>
        <dsp:cNvPr id="0" name=""/>
        <dsp:cNvSpPr/>
      </dsp:nvSpPr>
      <dsp:spPr>
        <a:xfrm>
          <a:off x="2855890" y="1861076"/>
          <a:ext cx="1065352" cy="106562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39BA9F-65CE-4A91-9886-662A2BA53E47}">
      <dsp:nvSpPr>
        <dsp:cNvPr id="0" name=""/>
        <dsp:cNvSpPr/>
      </dsp:nvSpPr>
      <dsp:spPr>
        <a:xfrm rot="5400000">
          <a:off x="7040020" y="1861214"/>
          <a:ext cx="1065627" cy="1065352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91CE31-F653-4A9E-970F-9CF66832A2C9}">
      <dsp:nvSpPr>
        <dsp:cNvPr id="0" name=""/>
        <dsp:cNvSpPr/>
      </dsp:nvSpPr>
      <dsp:spPr>
        <a:xfrm rot="16200000">
          <a:off x="2855752" y="4318257"/>
          <a:ext cx="1065627" cy="1065352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1ED2E7-D777-4FE7-AA5A-30E242E7B445}">
      <dsp:nvSpPr>
        <dsp:cNvPr id="0" name=""/>
        <dsp:cNvSpPr/>
      </dsp:nvSpPr>
      <dsp:spPr>
        <a:xfrm rot="10800000">
          <a:off x="7040158" y="4318119"/>
          <a:ext cx="1065352" cy="1065627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C01FB-35E4-4ED6-B181-85DCC4428ADA}">
      <dsp:nvSpPr>
        <dsp:cNvPr id="0" name=""/>
        <dsp:cNvSpPr/>
      </dsp:nvSpPr>
      <dsp:spPr>
        <a:xfrm>
          <a:off x="2961700" y="1050942"/>
          <a:ext cx="3152826" cy="3152826"/>
        </a:xfrm>
        <a:prstGeom prst="ellipse">
          <a:avLst/>
        </a:prstGeom>
        <a:solidFill>
          <a:srgbClr val="7A364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80B81F5-9686-4984-8F74-0886E691C781}">
      <dsp:nvSpPr>
        <dsp:cNvPr id="0" name=""/>
        <dsp:cNvSpPr/>
      </dsp:nvSpPr>
      <dsp:spPr>
        <a:xfrm>
          <a:off x="3582649" y="1681507"/>
          <a:ext cx="1891696" cy="1891696"/>
        </a:xfrm>
        <a:prstGeom prst="ellipse">
          <a:avLst/>
        </a:prstGeom>
        <a:solidFill>
          <a:srgbClr val="C3778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8C8C48-D983-4BC8-A19B-3F80F39D687D}">
      <dsp:nvSpPr>
        <dsp:cNvPr id="0" name=""/>
        <dsp:cNvSpPr/>
      </dsp:nvSpPr>
      <dsp:spPr>
        <a:xfrm>
          <a:off x="4213215" y="2312072"/>
          <a:ext cx="630565" cy="630565"/>
        </a:xfrm>
        <a:prstGeom prst="ellipse">
          <a:avLst/>
        </a:prstGeom>
        <a:solidFill>
          <a:srgbClr val="CE90A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873684-1935-45C8-9D4C-23F00FC865BB}">
      <dsp:nvSpPr>
        <dsp:cNvPr id="0" name=""/>
        <dsp:cNvSpPr/>
      </dsp:nvSpPr>
      <dsp:spPr>
        <a:xfrm>
          <a:off x="6385612" y="0"/>
          <a:ext cx="2874652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تاثیر مثبت بر </a:t>
          </a:r>
          <a:r>
            <a:rPr lang="fa-IR" sz="2400" b="1" u="none" kern="1200" dirty="0">
              <a:solidFill>
                <a:srgbClr val="002060"/>
              </a:solidFill>
              <a:cs typeface="B Mitra" panose="00000400000000000000" pitchFamily="2" charset="-78"/>
            </a:rPr>
            <a:t>تصمیم</a:t>
          </a: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 مخاطب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385612" y="0"/>
        <a:ext cx="2874652" cy="919574"/>
      </dsp:txXfrm>
    </dsp:sp>
    <dsp:sp modelId="{C767E1C6-70FD-4638-9642-E6D5DDE907AD}">
      <dsp:nvSpPr>
        <dsp:cNvPr id="0" name=""/>
        <dsp:cNvSpPr/>
      </dsp:nvSpPr>
      <dsp:spPr>
        <a:xfrm>
          <a:off x="6236279" y="459787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D57CD1-55B8-413A-A759-B3572EDC0BB2}">
      <dsp:nvSpPr>
        <dsp:cNvPr id="0" name=""/>
        <dsp:cNvSpPr/>
      </dsp:nvSpPr>
      <dsp:spPr>
        <a:xfrm rot="5400000">
          <a:off x="4298078" y="690731"/>
          <a:ext cx="2167042" cy="170620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0E007A-1F60-4F85-A8DA-ABB63F316C9A}">
      <dsp:nvSpPr>
        <dsp:cNvPr id="0" name=""/>
        <dsp:cNvSpPr/>
      </dsp:nvSpPr>
      <dsp:spPr>
        <a:xfrm>
          <a:off x="6385612" y="919574"/>
          <a:ext cx="2874652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پاسخ به اینکه چرا باید ما رو انتخاب کنه؟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385612" y="919574"/>
        <a:ext cx="2874652" cy="919574"/>
      </dsp:txXfrm>
    </dsp:sp>
    <dsp:sp modelId="{ED0E648C-4C27-4328-AF4F-0CB8761EE87F}">
      <dsp:nvSpPr>
        <dsp:cNvPr id="0" name=""/>
        <dsp:cNvSpPr/>
      </dsp:nvSpPr>
      <dsp:spPr>
        <a:xfrm>
          <a:off x="6236279" y="1379361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BAAD179-AB7A-448A-8556-B6C13BD79211}">
      <dsp:nvSpPr>
        <dsp:cNvPr id="0" name=""/>
        <dsp:cNvSpPr/>
      </dsp:nvSpPr>
      <dsp:spPr>
        <a:xfrm rot="5400000">
          <a:off x="4763225" y="1595960"/>
          <a:ext cx="1688654" cy="1254299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40EC126-06C4-4844-A4B9-E3FFDEDB06D6}">
      <dsp:nvSpPr>
        <dsp:cNvPr id="0" name=""/>
        <dsp:cNvSpPr/>
      </dsp:nvSpPr>
      <dsp:spPr>
        <a:xfrm>
          <a:off x="6385612" y="1839148"/>
          <a:ext cx="2874652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ایجاد ارتباط معنادار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385612" y="1839148"/>
        <a:ext cx="2874652" cy="919574"/>
      </dsp:txXfrm>
    </dsp:sp>
    <dsp:sp modelId="{23FE6E9A-7D93-4BF7-B2C6-9759E08872E2}">
      <dsp:nvSpPr>
        <dsp:cNvPr id="0" name=""/>
        <dsp:cNvSpPr/>
      </dsp:nvSpPr>
      <dsp:spPr>
        <a:xfrm>
          <a:off x="6236279" y="2298936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9D7B176-2CBA-498B-92B0-6EE401F95DC5}">
      <dsp:nvSpPr>
        <dsp:cNvPr id="0" name=""/>
        <dsp:cNvSpPr/>
      </dsp:nvSpPr>
      <dsp:spPr>
        <a:xfrm rot="5400000">
          <a:off x="5228950" y="2500454"/>
          <a:ext cx="1206481" cy="80239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538A1-1DCB-452A-9D99-C9AA37AC1F13}">
      <dsp:nvSpPr>
        <dsp:cNvPr id="0" name=""/>
        <dsp:cNvSpPr/>
      </dsp:nvSpPr>
      <dsp:spPr>
        <a:xfrm>
          <a:off x="4903029" y="2895924"/>
          <a:ext cx="2001940" cy="2001940"/>
        </a:xfrm>
        <a:prstGeom prst="ellipse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نقاط تماس (</a:t>
          </a:r>
          <a:r>
            <a:rPr lang="fa-IR" sz="2000" b="1" u="sng" kern="1200" dirty="0">
              <a:solidFill>
                <a:srgbClr val="002060"/>
              </a:solidFill>
              <a:cs typeface="B Mitra" panose="00000400000000000000" pitchFamily="2" charset="-78"/>
            </a:rPr>
            <a:t>آشنایی و توجه</a:t>
          </a: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 با برند)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196206" y="3189101"/>
        <a:ext cx="1415586" cy="1415586"/>
      </dsp:txXfrm>
    </dsp:sp>
    <dsp:sp modelId="{88BF75C1-5316-4394-9710-DDCA01C961B5}">
      <dsp:nvSpPr>
        <dsp:cNvPr id="0" name=""/>
        <dsp:cNvSpPr/>
      </dsp:nvSpPr>
      <dsp:spPr>
        <a:xfrm rot="10800000">
          <a:off x="2569043" y="3611618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A9509F-0BA4-4CD3-B80A-B1E4EE931278}">
      <dsp:nvSpPr>
        <dsp:cNvPr id="0" name=""/>
        <dsp:cNvSpPr/>
      </dsp:nvSpPr>
      <dsp:spPr>
        <a:xfrm>
          <a:off x="1868364" y="3336351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ارسال محتوای توجه (بایدها نبایدها / مراقبت ها قبل و بعد)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1901199" y="3369186"/>
        <a:ext cx="1335688" cy="1055416"/>
      </dsp:txXfrm>
    </dsp:sp>
    <dsp:sp modelId="{3BB51523-DE57-40BD-9922-91B90AF31793}">
      <dsp:nvSpPr>
        <dsp:cNvPr id="0" name=""/>
        <dsp:cNvSpPr/>
      </dsp:nvSpPr>
      <dsp:spPr>
        <a:xfrm rot="12600000">
          <a:off x="2868094" y="2495544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CD5688-487C-4926-A4F3-AD49D58E18CB}">
      <dsp:nvSpPr>
        <dsp:cNvPr id="0" name=""/>
        <dsp:cNvSpPr/>
      </dsp:nvSpPr>
      <dsp:spPr>
        <a:xfrm>
          <a:off x="2315163" y="1668873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اطلاع رسانی وقت دهی / یادآوری وقت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347998" y="1701708"/>
        <a:ext cx="1335688" cy="1055416"/>
      </dsp:txXfrm>
    </dsp:sp>
    <dsp:sp modelId="{2A40A558-9207-4B25-B35A-22C747BE2967}">
      <dsp:nvSpPr>
        <dsp:cNvPr id="0" name=""/>
        <dsp:cNvSpPr/>
      </dsp:nvSpPr>
      <dsp:spPr>
        <a:xfrm rot="14400000">
          <a:off x="3685117" y="1678521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9FCF7F-8CB4-4FF6-B777-A344F2F2B232}">
      <dsp:nvSpPr>
        <dsp:cNvPr id="0" name=""/>
        <dsp:cNvSpPr/>
      </dsp:nvSpPr>
      <dsp:spPr>
        <a:xfrm>
          <a:off x="3535842" y="448194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رزرو وقت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سیستم نوبت دهی تشویقی انگیزشی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3568677" y="481029"/>
        <a:ext cx="1335688" cy="1055416"/>
      </dsp:txXfrm>
    </dsp:sp>
    <dsp:sp modelId="{0F0EF329-C0DD-400D-A066-56D1C13E4456}">
      <dsp:nvSpPr>
        <dsp:cNvPr id="0" name=""/>
        <dsp:cNvSpPr/>
      </dsp:nvSpPr>
      <dsp:spPr>
        <a:xfrm rot="16200000">
          <a:off x="4801191" y="1379470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E056C1-4AB9-4523-BAA2-911997531FD3}">
      <dsp:nvSpPr>
        <dsp:cNvPr id="0" name=""/>
        <dsp:cNvSpPr/>
      </dsp:nvSpPr>
      <dsp:spPr>
        <a:xfrm>
          <a:off x="5203320" y="1395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پاسخگویی حرفه ای / مشاوره شخصی سازی شده / ایجاد اعتماد ثانویه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5236155" y="34230"/>
        <a:ext cx="1335688" cy="1055416"/>
      </dsp:txXfrm>
    </dsp:sp>
    <dsp:sp modelId="{C4B598AD-FA59-4C92-9CE4-541BE6E0B23E}">
      <dsp:nvSpPr>
        <dsp:cNvPr id="0" name=""/>
        <dsp:cNvSpPr/>
      </dsp:nvSpPr>
      <dsp:spPr>
        <a:xfrm rot="18000000">
          <a:off x="5917264" y="1678521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59125-0502-45D4-845A-5CC1CA2A0227}">
      <dsp:nvSpPr>
        <dsp:cNvPr id="0" name=""/>
        <dsp:cNvSpPr/>
      </dsp:nvSpPr>
      <dsp:spPr>
        <a:xfrm>
          <a:off x="6870798" y="448194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جلب نظر / تصمیم به اولین تماس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6903633" y="481029"/>
        <a:ext cx="1335688" cy="1055416"/>
      </dsp:txXfrm>
    </dsp:sp>
    <dsp:sp modelId="{0FE26C76-3AC0-4A2A-930C-3A75435BC2E4}">
      <dsp:nvSpPr>
        <dsp:cNvPr id="0" name=""/>
        <dsp:cNvSpPr/>
      </dsp:nvSpPr>
      <dsp:spPr>
        <a:xfrm rot="19800000">
          <a:off x="6734287" y="2495544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31DC46-82A0-43CF-B106-F172231C6B55}">
      <dsp:nvSpPr>
        <dsp:cNvPr id="0" name=""/>
        <dsp:cNvSpPr/>
      </dsp:nvSpPr>
      <dsp:spPr>
        <a:xfrm>
          <a:off x="8091477" y="1668873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تحقیق / تحلیل / مقایسه میکنه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8124312" y="1701708"/>
        <a:ext cx="1335688" cy="1055416"/>
      </dsp:txXfrm>
    </dsp:sp>
    <dsp:sp modelId="{DFB71CC0-9185-425C-A4C1-8DE04CD84356}">
      <dsp:nvSpPr>
        <dsp:cNvPr id="0" name=""/>
        <dsp:cNvSpPr/>
      </dsp:nvSpPr>
      <dsp:spPr>
        <a:xfrm>
          <a:off x="7033338" y="3611618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B91C29-933E-4FCC-BD71-CA00925F256B}">
      <dsp:nvSpPr>
        <dsp:cNvPr id="0" name=""/>
        <dsp:cNvSpPr/>
      </dsp:nvSpPr>
      <dsp:spPr>
        <a:xfrm>
          <a:off x="8538276" y="3336351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rgbClr val="000066"/>
              </a:solidFill>
              <a:cs typeface="B Mitra" panose="00000400000000000000" pitchFamily="2" charset="-78"/>
            </a:rPr>
            <a:t>Landing Pages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رسانه های برند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8571111" y="3369186"/>
        <a:ext cx="1335688" cy="105541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DAF1C-33F6-4EBD-B90F-018CFE2AC5FF}">
      <dsp:nvSpPr>
        <dsp:cNvPr id="0" name=""/>
        <dsp:cNvSpPr/>
      </dsp:nvSpPr>
      <dsp:spPr>
        <a:xfrm>
          <a:off x="0" y="0"/>
          <a:ext cx="8128000" cy="833437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374183"/>
              </a:solidFill>
              <a:cs typeface="B Mitra" panose="00000400000000000000" pitchFamily="2" charset="-78"/>
            </a:rPr>
            <a:t>وب سایت</a:t>
          </a: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i="0" kern="1200" dirty="0">
              <a:solidFill>
                <a:srgbClr val="374183"/>
              </a:solidFill>
              <a:cs typeface="B Mitra" panose="00000400000000000000" pitchFamily="2" charset="-78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https://maryamroshan.com</a:t>
          </a: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1708943" y="0"/>
        <a:ext cx="6419056" cy="833437"/>
      </dsp:txXfrm>
    </dsp:sp>
    <dsp:sp modelId="{F71AD0D4-AFD3-4A52-84D7-A058087E311A}">
      <dsp:nvSpPr>
        <dsp:cNvPr id="0" name=""/>
        <dsp:cNvSpPr/>
      </dsp:nvSpPr>
      <dsp:spPr>
        <a:xfrm>
          <a:off x="83343" y="83343"/>
          <a:ext cx="1625600" cy="66675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/>
          <a:srcRect/>
          <a:stretch>
            <a:fillRect l="26352" r="26352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5168ED-0DB7-4070-A1E8-4A9FB9682BF0}">
      <dsp:nvSpPr>
        <dsp:cNvPr id="0" name=""/>
        <dsp:cNvSpPr/>
      </dsp:nvSpPr>
      <dsp:spPr>
        <a:xfrm>
          <a:off x="0" y="916781"/>
          <a:ext cx="8128000" cy="833437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374183"/>
              </a:solidFill>
              <a:cs typeface="B Mitra" panose="00000400000000000000" pitchFamily="2" charset="-78"/>
            </a:rPr>
            <a:t>کاتالوگ هوشمند</a:t>
          </a: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1708943" y="916781"/>
        <a:ext cx="6419056" cy="833437"/>
      </dsp:txXfrm>
    </dsp:sp>
    <dsp:sp modelId="{C5A7E090-91DF-40E0-911F-F7A5FDF05A57}">
      <dsp:nvSpPr>
        <dsp:cNvPr id="0" name=""/>
        <dsp:cNvSpPr/>
      </dsp:nvSpPr>
      <dsp:spPr>
        <a:xfrm>
          <a:off x="83343" y="1000125"/>
          <a:ext cx="1625600" cy="66675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/>
          <a:srcRect/>
          <a:stretch>
            <a:fillRect l="29492" r="29492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92E93DC-D4EA-43E1-8D1E-5FED2E67FB6B}">
      <dsp:nvSpPr>
        <dsp:cNvPr id="0" name=""/>
        <dsp:cNvSpPr/>
      </dsp:nvSpPr>
      <dsp:spPr>
        <a:xfrm>
          <a:off x="0" y="1833562"/>
          <a:ext cx="8128000" cy="833437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374183"/>
              </a:solidFill>
              <a:cs typeface="B Mitra" panose="00000400000000000000" pitchFamily="2" charset="-78"/>
            </a:rPr>
            <a:t>https://www.instagram.com/maryam.roshanbeauty</a:t>
          </a:r>
        </a:p>
      </dsp:txBody>
      <dsp:txXfrm>
        <a:off x="1708943" y="1833562"/>
        <a:ext cx="6419056" cy="833437"/>
      </dsp:txXfrm>
    </dsp:sp>
    <dsp:sp modelId="{A66BF905-54DD-494C-A6A8-78DD7279DD71}">
      <dsp:nvSpPr>
        <dsp:cNvPr id="0" name=""/>
        <dsp:cNvSpPr/>
      </dsp:nvSpPr>
      <dsp:spPr>
        <a:xfrm>
          <a:off x="83343" y="1916906"/>
          <a:ext cx="1625600" cy="66675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4"/>
          <a:srcRect/>
          <a:stretch>
            <a:fillRect l="29492" r="29492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8A5AA5F-720F-46D5-B07B-B11A91E92AE9}">
      <dsp:nvSpPr>
        <dsp:cNvPr id="0" name=""/>
        <dsp:cNvSpPr/>
      </dsp:nvSpPr>
      <dsp:spPr>
        <a:xfrm>
          <a:off x="0" y="2750343"/>
          <a:ext cx="8128000" cy="833437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374183"/>
              </a:solidFill>
              <a:cs typeface="B Mitra" panose="00000400000000000000" pitchFamily="2" charset="-78"/>
            </a:rPr>
            <a:t>کانال رسمی واتسپ</a:t>
          </a:r>
        </a:p>
      </dsp:txBody>
      <dsp:txXfrm>
        <a:off x="1708943" y="2750343"/>
        <a:ext cx="6419056" cy="833437"/>
      </dsp:txXfrm>
    </dsp:sp>
    <dsp:sp modelId="{D39AC462-6A28-4C73-8071-D5F6CBA75911}">
      <dsp:nvSpPr>
        <dsp:cNvPr id="0" name=""/>
        <dsp:cNvSpPr/>
      </dsp:nvSpPr>
      <dsp:spPr>
        <a:xfrm>
          <a:off x="83343" y="2833687"/>
          <a:ext cx="1625600" cy="66675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5"/>
          <a:srcRect/>
          <a:stretch>
            <a:fillRect l="29492" r="29492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EF0F296-16C9-4082-AAD8-CD64EA9E539E}">
      <dsp:nvSpPr>
        <dsp:cNvPr id="0" name=""/>
        <dsp:cNvSpPr/>
      </dsp:nvSpPr>
      <dsp:spPr>
        <a:xfrm>
          <a:off x="0" y="3667125"/>
          <a:ext cx="8128000" cy="833437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374183"/>
              </a:solidFill>
              <a:cs typeface="B Mitra" panose="00000400000000000000" pitchFamily="2" charset="-78"/>
            </a:rPr>
            <a:t>کانال یوتیوپ</a:t>
          </a: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1708943" y="3667125"/>
        <a:ext cx="6419056" cy="833437"/>
      </dsp:txXfrm>
    </dsp:sp>
    <dsp:sp modelId="{DFCF0562-89A0-42D7-8F35-F420018D493F}">
      <dsp:nvSpPr>
        <dsp:cNvPr id="0" name=""/>
        <dsp:cNvSpPr/>
      </dsp:nvSpPr>
      <dsp:spPr>
        <a:xfrm>
          <a:off x="83343" y="3750468"/>
          <a:ext cx="1625600" cy="66675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6"/>
          <a:srcRect/>
          <a:stretch>
            <a:fillRect l="29492" r="29492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3E1159F-AD78-425F-ADC4-275D5D303C12}">
      <dsp:nvSpPr>
        <dsp:cNvPr id="0" name=""/>
        <dsp:cNvSpPr/>
      </dsp:nvSpPr>
      <dsp:spPr>
        <a:xfrm>
          <a:off x="0" y="4583906"/>
          <a:ext cx="8128000" cy="833437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374183"/>
              </a:solidFill>
              <a:cs typeface="B Mitra" panose="00000400000000000000" pitchFamily="2" charset="-78"/>
            </a:rPr>
            <a:t>کانال پینترست</a:t>
          </a: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1708943" y="4583906"/>
        <a:ext cx="6419056" cy="833437"/>
      </dsp:txXfrm>
    </dsp:sp>
    <dsp:sp modelId="{0459E449-BA91-415B-9371-0CBCC95D40C1}">
      <dsp:nvSpPr>
        <dsp:cNvPr id="0" name=""/>
        <dsp:cNvSpPr/>
      </dsp:nvSpPr>
      <dsp:spPr>
        <a:xfrm>
          <a:off x="83343" y="4667250"/>
          <a:ext cx="1625600" cy="666750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7"/>
          <a:srcRect/>
          <a:stretch>
            <a:fillRect l="29492" r="29492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2CB3C-0340-43CF-A198-8CED48458631}">
      <dsp:nvSpPr>
        <dsp:cNvPr id="0" name=""/>
        <dsp:cNvSpPr/>
      </dsp:nvSpPr>
      <dsp:spPr>
        <a:xfrm rot="5400000">
          <a:off x="401830" y="2445744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B1D505-CF74-4719-ACF9-459B767E3307}">
      <dsp:nvSpPr>
        <dsp:cNvPr id="0" name=""/>
        <dsp:cNvSpPr/>
      </dsp:nvSpPr>
      <dsp:spPr>
        <a:xfrm>
          <a:off x="201269" y="3043098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01269" y="3043098"/>
        <a:ext cx="1804960" cy="1582153"/>
      </dsp:txXfrm>
    </dsp:sp>
    <dsp:sp modelId="{8CB1DA42-4248-472D-A039-1A258F25934A}">
      <dsp:nvSpPr>
        <dsp:cNvPr id="0" name=""/>
        <dsp:cNvSpPr/>
      </dsp:nvSpPr>
      <dsp:spPr>
        <a:xfrm>
          <a:off x="1665671" y="2298555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B4FA9E-32F9-46C1-9FF7-CBD2CE92CD42}">
      <dsp:nvSpPr>
        <dsp:cNvPr id="0" name=""/>
        <dsp:cNvSpPr/>
      </dsp:nvSpPr>
      <dsp:spPr>
        <a:xfrm rot="5400000">
          <a:off x="2611454" y="1898970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1F6867-68E1-43FE-B352-330C8C101CC0}">
      <dsp:nvSpPr>
        <dsp:cNvPr id="0" name=""/>
        <dsp:cNvSpPr/>
      </dsp:nvSpPr>
      <dsp:spPr>
        <a:xfrm>
          <a:off x="2410893" y="2496324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410893" y="2496324"/>
        <a:ext cx="1804960" cy="1582153"/>
      </dsp:txXfrm>
    </dsp:sp>
    <dsp:sp modelId="{510F7C7B-EB4A-4A1C-9855-9724ABA5C69D}">
      <dsp:nvSpPr>
        <dsp:cNvPr id="0" name=""/>
        <dsp:cNvSpPr/>
      </dsp:nvSpPr>
      <dsp:spPr>
        <a:xfrm>
          <a:off x="3875295" y="1751781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400550-72AC-4E67-B438-B3D39895F942}">
      <dsp:nvSpPr>
        <dsp:cNvPr id="0" name=""/>
        <dsp:cNvSpPr/>
      </dsp:nvSpPr>
      <dsp:spPr>
        <a:xfrm rot="5400000">
          <a:off x="4821079" y="1352196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159A42-36AD-480F-8CB9-15DDDF45A5B9}">
      <dsp:nvSpPr>
        <dsp:cNvPr id="0" name=""/>
        <dsp:cNvSpPr/>
      </dsp:nvSpPr>
      <dsp:spPr>
        <a:xfrm>
          <a:off x="4620517" y="1949550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1" kern="120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b="1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620517" y="1949550"/>
        <a:ext cx="1804960" cy="1582153"/>
      </dsp:txXfrm>
    </dsp:sp>
    <dsp:sp modelId="{42AA2FE6-FBE5-4BCF-A215-9F4E63E2F49B}">
      <dsp:nvSpPr>
        <dsp:cNvPr id="0" name=""/>
        <dsp:cNvSpPr/>
      </dsp:nvSpPr>
      <dsp:spPr>
        <a:xfrm>
          <a:off x="6084919" y="1205007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FA66C9-B787-449A-A989-19441E9EAD5B}">
      <dsp:nvSpPr>
        <dsp:cNvPr id="0" name=""/>
        <dsp:cNvSpPr/>
      </dsp:nvSpPr>
      <dsp:spPr>
        <a:xfrm rot="5400000">
          <a:off x="7030703" y="805423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6F701D-F089-4F60-BC5C-045696C09C60}">
      <dsp:nvSpPr>
        <dsp:cNvPr id="0" name=""/>
        <dsp:cNvSpPr/>
      </dsp:nvSpPr>
      <dsp:spPr>
        <a:xfrm>
          <a:off x="6830142" y="1402777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6830142" y="1402777"/>
        <a:ext cx="1804960" cy="1582153"/>
      </dsp:txXfrm>
    </dsp:sp>
    <dsp:sp modelId="{50E75A68-B861-4F09-B3F5-58A68E30711B}">
      <dsp:nvSpPr>
        <dsp:cNvPr id="0" name=""/>
        <dsp:cNvSpPr/>
      </dsp:nvSpPr>
      <dsp:spPr>
        <a:xfrm>
          <a:off x="8294544" y="658234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3D7A29-E9C8-416A-818F-3B37F0790590}">
      <dsp:nvSpPr>
        <dsp:cNvPr id="0" name=""/>
        <dsp:cNvSpPr/>
      </dsp:nvSpPr>
      <dsp:spPr>
        <a:xfrm rot="5400000">
          <a:off x="9240327" y="258649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B05E4F-D54C-4634-A8D4-7CD053159DE0}">
      <dsp:nvSpPr>
        <dsp:cNvPr id="0" name=""/>
        <dsp:cNvSpPr/>
      </dsp:nvSpPr>
      <dsp:spPr>
        <a:xfrm>
          <a:off x="9039766" y="856003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9039766" y="856003"/>
        <a:ext cx="1804960" cy="1582153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234E0-EF8C-4E4D-96DD-7FF7BA3D21AC}">
      <dsp:nvSpPr>
        <dsp:cNvPr id="0" name=""/>
        <dsp:cNvSpPr/>
      </dsp:nvSpPr>
      <dsp:spPr>
        <a:xfrm>
          <a:off x="15" y="36358"/>
          <a:ext cx="3060002" cy="208800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t="3748" b="3748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F2021B-7703-494A-A006-C90554F9195B}">
      <dsp:nvSpPr>
        <dsp:cNvPr id="0" name=""/>
        <dsp:cNvSpPr/>
      </dsp:nvSpPr>
      <dsp:spPr>
        <a:xfrm>
          <a:off x="3246479" y="2251681"/>
          <a:ext cx="4440326" cy="2742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۷۹٪ مشتریان اعلام کردند تجربه اولشان تعیین‌کننده بازگشت یا عدم بازگشت به برند بوده است.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PwC 2023, </a:t>
          </a:r>
        </a:p>
      </dsp:txBody>
      <dsp:txXfrm>
        <a:off x="3246479" y="2251681"/>
        <a:ext cx="4440326" cy="2742711"/>
      </dsp:txXfrm>
    </dsp:sp>
    <dsp:sp modelId="{186017D9-5C56-4133-8D89-5670CC19F0A7}">
      <dsp:nvSpPr>
        <dsp:cNvPr id="0" name=""/>
        <dsp:cNvSpPr/>
      </dsp:nvSpPr>
      <dsp:spPr>
        <a:xfrm>
          <a:off x="2854709" y="1860247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39BA9F-65CE-4A91-9886-662A2BA53E47}">
      <dsp:nvSpPr>
        <dsp:cNvPr id="0" name=""/>
        <dsp:cNvSpPr/>
      </dsp:nvSpPr>
      <dsp:spPr>
        <a:xfrm rot="5400000">
          <a:off x="7042929" y="1860385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91CE31-F653-4A9E-970F-9CF66832A2C9}">
      <dsp:nvSpPr>
        <dsp:cNvPr id="0" name=""/>
        <dsp:cNvSpPr/>
      </dsp:nvSpPr>
      <dsp:spPr>
        <a:xfrm rot="16200000">
          <a:off x="2854571" y="4319829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1ED2E7-D777-4FE7-AA5A-30E242E7B445}">
      <dsp:nvSpPr>
        <dsp:cNvPr id="0" name=""/>
        <dsp:cNvSpPr/>
      </dsp:nvSpPr>
      <dsp:spPr>
        <a:xfrm rot="10800000">
          <a:off x="7043067" y="4319692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C01FB-35E4-4ED6-B181-85DCC4428ADA}">
      <dsp:nvSpPr>
        <dsp:cNvPr id="0" name=""/>
        <dsp:cNvSpPr/>
      </dsp:nvSpPr>
      <dsp:spPr>
        <a:xfrm>
          <a:off x="2637065" y="1050942"/>
          <a:ext cx="3152826" cy="3152826"/>
        </a:xfrm>
        <a:prstGeom prst="ellipse">
          <a:avLst/>
        </a:prstGeom>
        <a:solidFill>
          <a:srgbClr val="7A364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80B81F5-9686-4984-8F74-0886E691C781}">
      <dsp:nvSpPr>
        <dsp:cNvPr id="0" name=""/>
        <dsp:cNvSpPr/>
      </dsp:nvSpPr>
      <dsp:spPr>
        <a:xfrm>
          <a:off x="3258015" y="1681507"/>
          <a:ext cx="1891696" cy="1891696"/>
        </a:xfrm>
        <a:prstGeom prst="ellipse">
          <a:avLst/>
        </a:prstGeom>
        <a:solidFill>
          <a:srgbClr val="C3778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8C8C48-D983-4BC8-A19B-3F80F39D687D}">
      <dsp:nvSpPr>
        <dsp:cNvPr id="0" name=""/>
        <dsp:cNvSpPr/>
      </dsp:nvSpPr>
      <dsp:spPr>
        <a:xfrm>
          <a:off x="3888580" y="2312072"/>
          <a:ext cx="630565" cy="630565"/>
        </a:xfrm>
        <a:prstGeom prst="ellipse">
          <a:avLst/>
        </a:prstGeom>
        <a:solidFill>
          <a:srgbClr val="CE90A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873684-1935-45C8-9D4C-23F00FC865BB}">
      <dsp:nvSpPr>
        <dsp:cNvPr id="0" name=""/>
        <dsp:cNvSpPr/>
      </dsp:nvSpPr>
      <dsp:spPr>
        <a:xfrm>
          <a:off x="6075220" y="0"/>
          <a:ext cx="4173191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جلب </a:t>
          </a:r>
          <a:r>
            <a:rPr lang="fa-IR" sz="2000" b="1" u="none" kern="1200" dirty="0">
              <a:solidFill>
                <a:srgbClr val="002060"/>
              </a:solidFill>
              <a:cs typeface="B Mitra" panose="00000400000000000000" pitchFamily="2" charset="-78"/>
            </a:rPr>
            <a:t>رضایت</a:t>
          </a: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 واقعی </a:t>
          </a: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مشتری / ارایه</a:t>
          </a: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 تجربه ای متفاوت</a:t>
          </a:r>
          <a:endParaRPr lang="en-US" sz="2000" b="1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075220" y="0"/>
        <a:ext cx="4173191" cy="919574"/>
      </dsp:txXfrm>
    </dsp:sp>
    <dsp:sp modelId="{C767E1C6-70FD-4638-9642-E6D5DDE907AD}">
      <dsp:nvSpPr>
        <dsp:cNvPr id="0" name=""/>
        <dsp:cNvSpPr/>
      </dsp:nvSpPr>
      <dsp:spPr>
        <a:xfrm>
          <a:off x="5911644" y="459787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D57CD1-55B8-413A-A759-B3572EDC0BB2}">
      <dsp:nvSpPr>
        <dsp:cNvPr id="0" name=""/>
        <dsp:cNvSpPr/>
      </dsp:nvSpPr>
      <dsp:spPr>
        <a:xfrm rot="5400000">
          <a:off x="3973444" y="690731"/>
          <a:ext cx="2167042" cy="170620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0E007A-1F60-4F85-A8DA-ABB63F316C9A}">
      <dsp:nvSpPr>
        <dsp:cNvPr id="0" name=""/>
        <dsp:cNvSpPr/>
      </dsp:nvSpPr>
      <dsp:spPr>
        <a:xfrm>
          <a:off x="6075220" y="919574"/>
          <a:ext cx="4173191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نشان دادن حرفه ای بودن (خدمات ما / ارتباط ما)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هر جزییاتی از رفتار ما بخشی از بازاریابیه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075220" y="919574"/>
        <a:ext cx="4173191" cy="919574"/>
      </dsp:txXfrm>
    </dsp:sp>
    <dsp:sp modelId="{ED0E648C-4C27-4328-AF4F-0CB8761EE87F}">
      <dsp:nvSpPr>
        <dsp:cNvPr id="0" name=""/>
        <dsp:cNvSpPr/>
      </dsp:nvSpPr>
      <dsp:spPr>
        <a:xfrm>
          <a:off x="5911644" y="1379361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BAAD179-AB7A-448A-8556-B6C13BD79211}">
      <dsp:nvSpPr>
        <dsp:cNvPr id="0" name=""/>
        <dsp:cNvSpPr/>
      </dsp:nvSpPr>
      <dsp:spPr>
        <a:xfrm rot="5400000">
          <a:off x="4438591" y="1595960"/>
          <a:ext cx="1688654" cy="1254299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40EC126-06C4-4844-A4B9-E3FFDEDB06D6}">
      <dsp:nvSpPr>
        <dsp:cNvPr id="0" name=""/>
        <dsp:cNvSpPr/>
      </dsp:nvSpPr>
      <dsp:spPr>
        <a:xfrm>
          <a:off x="6075220" y="1839148"/>
          <a:ext cx="4173191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اولین برخورد ما </a:t>
          </a: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تاثیرگذارترین</a:t>
          </a: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 برخورد</a:t>
          </a:r>
        </a:p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(از پاسخگویی آیفون تا پایان یه فروش درست)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075220" y="1839148"/>
        <a:ext cx="4173191" cy="919574"/>
      </dsp:txXfrm>
    </dsp:sp>
    <dsp:sp modelId="{23FE6E9A-7D93-4BF7-B2C6-9759E08872E2}">
      <dsp:nvSpPr>
        <dsp:cNvPr id="0" name=""/>
        <dsp:cNvSpPr/>
      </dsp:nvSpPr>
      <dsp:spPr>
        <a:xfrm>
          <a:off x="5911644" y="2298936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9D7B176-2CBA-498B-92B0-6EE401F95DC5}">
      <dsp:nvSpPr>
        <dsp:cNvPr id="0" name=""/>
        <dsp:cNvSpPr/>
      </dsp:nvSpPr>
      <dsp:spPr>
        <a:xfrm rot="5400000">
          <a:off x="4904316" y="2500454"/>
          <a:ext cx="1206481" cy="80239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538A1-1DCB-452A-9D99-C9AA37AC1F13}">
      <dsp:nvSpPr>
        <dsp:cNvPr id="0" name=""/>
        <dsp:cNvSpPr/>
      </dsp:nvSpPr>
      <dsp:spPr>
        <a:xfrm>
          <a:off x="4903029" y="2895924"/>
          <a:ext cx="2001940" cy="2001940"/>
        </a:xfrm>
        <a:prstGeom prst="ellipse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نقاط تماس (</a:t>
          </a:r>
          <a:r>
            <a:rPr lang="fa-IR" sz="2000" b="1" kern="1200" dirty="0">
              <a:solidFill>
                <a:srgbClr val="002060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اولین تجربه</a:t>
          </a: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196206" y="3189101"/>
        <a:ext cx="1415586" cy="1415586"/>
      </dsp:txXfrm>
    </dsp:sp>
    <dsp:sp modelId="{88BF75C1-5316-4394-9710-DDCA01C961B5}">
      <dsp:nvSpPr>
        <dsp:cNvPr id="0" name=""/>
        <dsp:cNvSpPr/>
      </dsp:nvSpPr>
      <dsp:spPr>
        <a:xfrm rot="10800000">
          <a:off x="2569043" y="3611618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A9509F-0BA4-4CD3-B80A-B1E4EE931278}">
      <dsp:nvSpPr>
        <dsp:cNvPr id="0" name=""/>
        <dsp:cNvSpPr/>
      </dsp:nvSpPr>
      <dsp:spPr>
        <a:xfrm>
          <a:off x="1868364" y="3336351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خوش بدرقه / درد کارت کشیدن رو کم کنیم / دادن اولین جایگاه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1901199" y="3369186"/>
        <a:ext cx="1335688" cy="1055416"/>
      </dsp:txXfrm>
    </dsp:sp>
    <dsp:sp modelId="{3BB51523-DE57-40BD-9922-91B90AF31793}">
      <dsp:nvSpPr>
        <dsp:cNvPr id="0" name=""/>
        <dsp:cNvSpPr/>
      </dsp:nvSpPr>
      <dsp:spPr>
        <a:xfrm rot="12600000">
          <a:off x="2868094" y="2495544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CD5688-487C-4926-A4F3-AD49D58E18CB}">
      <dsp:nvSpPr>
        <dsp:cNvPr id="0" name=""/>
        <dsp:cNvSpPr/>
      </dsp:nvSpPr>
      <dsp:spPr>
        <a:xfrm>
          <a:off x="2315163" y="1668873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وعده برند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آیا اون چیزی بودن که ادعا کرده بودن؟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347998" y="1701708"/>
        <a:ext cx="1335688" cy="1055416"/>
      </dsp:txXfrm>
    </dsp:sp>
    <dsp:sp modelId="{2A40A558-9207-4B25-B35A-22C747BE2967}">
      <dsp:nvSpPr>
        <dsp:cNvPr id="0" name=""/>
        <dsp:cNvSpPr/>
      </dsp:nvSpPr>
      <dsp:spPr>
        <a:xfrm rot="14400000">
          <a:off x="3685117" y="1678521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9FCF7F-8CB4-4FF6-B777-A344F2F2B232}">
      <dsp:nvSpPr>
        <dsp:cNvPr id="0" name=""/>
        <dsp:cNvSpPr/>
      </dsp:nvSpPr>
      <dsp:spPr>
        <a:xfrm>
          <a:off x="3535842" y="448194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دریافت خدمات / ایجاد ارتباط حین خدمات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3568677" y="481029"/>
        <a:ext cx="1335688" cy="1055416"/>
      </dsp:txXfrm>
    </dsp:sp>
    <dsp:sp modelId="{0F0EF329-C0DD-400D-A066-56D1C13E4456}">
      <dsp:nvSpPr>
        <dsp:cNvPr id="0" name=""/>
        <dsp:cNvSpPr/>
      </dsp:nvSpPr>
      <dsp:spPr>
        <a:xfrm rot="16200000">
          <a:off x="4801191" y="1379470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E056C1-4AB9-4523-BAA2-911997531FD3}">
      <dsp:nvSpPr>
        <dsp:cNvPr id="0" name=""/>
        <dsp:cNvSpPr/>
      </dsp:nvSpPr>
      <dsp:spPr>
        <a:xfrm>
          <a:off x="5203320" y="1395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راهنمایی و هدایت / مشاوره شخصی سازی شده 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5236155" y="34230"/>
        <a:ext cx="1335688" cy="1055416"/>
      </dsp:txXfrm>
    </dsp:sp>
    <dsp:sp modelId="{C4B598AD-FA59-4C92-9CE4-541BE6E0B23E}">
      <dsp:nvSpPr>
        <dsp:cNvPr id="0" name=""/>
        <dsp:cNvSpPr/>
      </dsp:nvSpPr>
      <dsp:spPr>
        <a:xfrm rot="18000000">
          <a:off x="5917264" y="1678521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59125-0502-45D4-845A-5CC1CA2A0227}">
      <dsp:nvSpPr>
        <dsp:cNvPr id="0" name=""/>
        <dsp:cNvSpPr/>
      </dsp:nvSpPr>
      <dsp:spPr>
        <a:xfrm>
          <a:off x="6870798" y="448194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بررسی: ظاهر و رفتار پرسنل/دکور/تشریفات/موزیک/ بو/ نظم / نظافت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6903633" y="481029"/>
        <a:ext cx="1335688" cy="1055416"/>
      </dsp:txXfrm>
    </dsp:sp>
    <dsp:sp modelId="{0FE26C76-3AC0-4A2A-930C-3A75435BC2E4}">
      <dsp:nvSpPr>
        <dsp:cNvPr id="0" name=""/>
        <dsp:cNvSpPr/>
      </dsp:nvSpPr>
      <dsp:spPr>
        <a:xfrm rot="19800000">
          <a:off x="6734287" y="2495544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31DC46-82A0-43CF-B106-F172231C6B55}">
      <dsp:nvSpPr>
        <dsp:cNvPr id="0" name=""/>
        <dsp:cNvSpPr/>
      </dsp:nvSpPr>
      <dsp:spPr>
        <a:xfrm>
          <a:off x="8091477" y="1668873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برخورد اولیه/ ارزیابی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strike="noStrike" kern="1200" spc="0" dirty="0">
              <a:solidFill>
                <a:srgbClr val="000066"/>
              </a:solidFill>
              <a:cs typeface="B Mitra" panose="00000400000000000000" pitchFamily="2" charset="-78"/>
            </a:rPr>
            <a:t>منشی /مدیرداخلی/هدایت/تور و هدایت</a:t>
          </a:r>
          <a:endParaRPr lang="en-US" sz="1600" strike="noStrike" kern="1200" spc="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8124312" y="1701708"/>
        <a:ext cx="1335688" cy="1055416"/>
      </dsp:txXfrm>
    </dsp:sp>
    <dsp:sp modelId="{DFB71CC0-9185-425C-A4C1-8DE04CD84356}">
      <dsp:nvSpPr>
        <dsp:cNvPr id="0" name=""/>
        <dsp:cNvSpPr/>
      </dsp:nvSpPr>
      <dsp:spPr>
        <a:xfrm>
          <a:off x="7033338" y="3611618"/>
          <a:ext cx="2205616" cy="57055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B91C29-933E-4FCC-BD71-CA00925F256B}">
      <dsp:nvSpPr>
        <dsp:cNvPr id="0" name=""/>
        <dsp:cNvSpPr/>
      </dsp:nvSpPr>
      <dsp:spPr>
        <a:xfrm>
          <a:off x="8538276" y="3336351"/>
          <a:ext cx="1401358" cy="1121086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مراجعه به سالن 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ساده سازی دسترسی به موقعیت سالن</a:t>
          </a:r>
        </a:p>
      </dsp:txBody>
      <dsp:txXfrm>
        <a:off x="8571111" y="3369186"/>
        <a:ext cx="1335688" cy="105541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DAF1C-33F6-4EBD-B90F-018CFE2AC5FF}">
      <dsp:nvSpPr>
        <dsp:cNvPr id="0" name=""/>
        <dsp:cNvSpPr/>
      </dsp:nvSpPr>
      <dsp:spPr>
        <a:xfrm>
          <a:off x="0" y="0"/>
          <a:ext cx="8128000" cy="1259416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374183"/>
              </a:solidFill>
              <a:cs typeface="B Mitra" panose="00000400000000000000" pitchFamily="2" charset="-78"/>
            </a:rPr>
            <a:t>آدرس رسمی در نشان</a:t>
          </a: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1751541" y="0"/>
        <a:ext cx="6376458" cy="1259416"/>
      </dsp:txXfrm>
    </dsp:sp>
    <dsp:sp modelId="{F71AD0D4-AFD3-4A52-84D7-A058087E311A}">
      <dsp:nvSpPr>
        <dsp:cNvPr id="0" name=""/>
        <dsp:cNvSpPr/>
      </dsp:nvSpPr>
      <dsp:spPr>
        <a:xfrm>
          <a:off x="125941" y="125941"/>
          <a:ext cx="1625600" cy="1007533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/>
          <a:srcRect/>
          <a:stretch>
            <a:fillRect l="17074" r="17074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45168ED-0DB7-4070-A1E8-4A9FB9682BF0}">
      <dsp:nvSpPr>
        <dsp:cNvPr id="0" name=""/>
        <dsp:cNvSpPr/>
      </dsp:nvSpPr>
      <dsp:spPr>
        <a:xfrm>
          <a:off x="0" y="1385358"/>
          <a:ext cx="8128000" cy="1259416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374183"/>
              </a:solidFill>
              <a:cs typeface="B Mitra" panose="00000400000000000000" pitchFamily="2" charset="-78"/>
            </a:rPr>
            <a:t>آدرس رسمی در بلد</a:t>
          </a: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1751541" y="1385358"/>
        <a:ext cx="6376458" cy="1259416"/>
      </dsp:txXfrm>
    </dsp:sp>
    <dsp:sp modelId="{C5A7E090-91DF-40E0-911F-F7A5FDF05A57}">
      <dsp:nvSpPr>
        <dsp:cNvPr id="0" name=""/>
        <dsp:cNvSpPr/>
      </dsp:nvSpPr>
      <dsp:spPr>
        <a:xfrm>
          <a:off x="125941" y="1511300"/>
          <a:ext cx="1625600" cy="1007533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/>
          <a:srcRect/>
          <a:stretch>
            <a:fillRect l="19010" r="1901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92E93DC-D4EA-43E1-8D1E-5FED2E67FB6B}">
      <dsp:nvSpPr>
        <dsp:cNvPr id="0" name=""/>
        <dsp:cNvSpPr/>
      </dsp:nvSpPr>
      <dsp:spPr>
        <a:xfrm>
          <a:off x="0" y="2770716"/>
          <a:ext cx="8128000" cy="1259416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374183"/>
              </a:solidFill>
              <a:cs typeface="B Mitra" panose="00000400000000000000" pitchFamily="2" charset="-78"/>
            </a:rPr>
            <a:t>آدرس رسمی در اسنپ</a:t>
          </a: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1751541" y="2770716"/>
        <a:ext cx="6376458" cy="1259416"/>
      </dsp:txXfrm>
    </dsp:sp>
    <dsp:sp modelId="{A66BF905-54DD-494C-A6A8-78DD7279DD71}">
      <dsp:nvSpPr>
        <dsp:cNvPr id="0" name=""/>
        <dsp:cNvSpPr/>
      </dsp:nvSpPr>
      <dsp:spPr>
        <a:xfrm>
          <a:off x="125941" y="2896658"/>
          <a:ext cx="1625600" cy="1007533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/>
          <a:srcRect/>
          <a:stretch>
            <a:fillRect t="1857" b="1857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8A5AA5F-720F-46D5-B07B-B11A91E92AE9}">
      <dsp:nvSpPr>
        <dsp:cNvPr id="0" name=""/>
        <dsp:cNvSpPr/>
      </dsp:nvSpPr>
      <dsp:spPr>
        <a:xfrm>
          <a:off x="0" y="4156075"/>
          <a:ext cx="8128000" cy="1259416"/>
        </a:xfrm>
        <a:prstGeom prst="roundRect">
          <a:avLst>
            <a:gd name="adj" fmla="val 10000"/>
          </a:avLst>
        </a:prstGeom>
        <a:solidFill>
          <a:srgbClr val="CE90A3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374183"/>
              </a:solidFill>
              <a:cs typeface="B Mitra" panose="00000400000000000000" pitchFamily="2" charset="-78"/>
              <a:hlinkClick xmlns:r="http://schemas.openxmlformats.org/officeDocument/2006/relationships" r:id="rId4"/>
            </a:rPr>
            <a:t>https://share.google/YUIHvxqy4H0dzWbOl</a:t>
          </a:r>
          <a:endParaRPr lang="en-US" sz="2000" kern="1200" dirty="0">
            <a:solidFill>
              <a:srgbClr val="374183"/>
            </a:solidFill>
            <a:cs typeface="B Mitra" panose="00000400000000000000" pitchFamily="2" charset="-78"/>
          </a:endParaRPr>
        </a:p>
      </dsp:txBody>
      <dsp:txXfrm>
        <a:off x="1751541" y="4156075"/>
        <a:ext cx="6376458" cy="1259416"/>
      </dsp:txXfrm>
    </dsp:sp>
    <dsp:sp modelId="{D39AC462-6A28-4C73-8071-D5F6CBA75911}">
      <dsp:nvSpPr>
        <dsp:cNvPr id="0" name=""/>
        <dsp:cNvSpPr/>
      </dsp:nvSpPr>
      <dsp:spPr>
        <a:xfrm>
          <a:off x="125941" y="4282016"/>
          <a:ext cx="1625600" cy="1007533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5"/>
          <a:srcRect/>
          <a:stretch>
            <a:fillRect l="19010" r="1901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2CB3C-0340-43CF-A198-8CED48458631}">
      <dsp:nvSpPr>
        <dsp:cNvPr id="0" name=""/>
        <dsp:cNvSpPr/>
      </dsp:nvSpPr>
      <dsp:spPr>
        <a:xfrm rot="5400000">
          <a:off x="401830" y="2445744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B1D505-CF74-4719-ACF9-459B767E3307}">
      <dsp:nvSpPr>
        <dsp:cNvPr id="0" name=""/>
        <dsp:cNvSpPr/>
      </dsp:nvSpPr>
      <dsp:spPr>
        <a:xfrm>
          <a:off x="201269" y="3043098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01269" y="3043098"/>
        <a:ext cx="1804960" cy="1582153"/>
      </dsp:txXfrm>
    </dsp:sp>
    <dsp:sp modelId="{8CB1DA42-4248-472D-A039-1A258F25934A}">
      <dsp:nvSpPr>
        <dsp:cNvPr id="0" name=""/>
        <dsp:cNvSpPr/>
      </dsp:nvSpPr>
      <dsp:spPr>
        <a:xfrm>
          <a:off x="1665671" y="2298555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B4FA9E-32F9-46C1-9FF7-CBD2CE92CD42}">
      <dsp:nvSpPr>
        <dsp:cNvPr id="0" name=""/>
        <dsp:cNvSpPr/>
      </dsp:nvSpPr>
      <dsp:spPr>
        <a:xfrm rot="5400000">
          <a:off x="2611454" y="1898970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1F6867-68E1-43FE-B352-330C8C101CC0}">
      <dsp:nvSpPr>
        <dsp:cNvPr id="0" name=""/>
        <dsp:cNvSpPr/>
      </dsp:nvSpPr>
      <dsp:spPr>
        <a:xfrm>
          <a:off x="2410893" y="2496324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410893" y="2496324"/>
        <a:ext cx="1804960" cy="1582153"/>
      </dsp:txXfrm>
    </dsp:sp>
    <dsp:sp modelId="{510F7C7B-EB4A-4A1C-9855-9724ABA5C69D}">
      <dsp:nvSpPr>
        <dsp:cNvPr id="0" name=""/>
        <dsp:cNvSpPr/>
      </dsp:nvSpPr>
      <dsp:spPr>
        <a:xfrm>
          <a:off x="3875295" y="1751781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400550-72AC-4E67-B438-B3D39895F942}">
      <dsp:nvSpPr>
        <dsp:cNvPr id="0" name=""/>
        <dsp:cNvSpPr/>
      </dsp:nvSpPr>
      <dsp:spPr>
        <a:xfrm rot="5400000">
          <a:off x="4821079" y="1352196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159A42-36AD-480F-8CB9-15DDDF45A5B9}">
      <dsp:nvSpPr>
        <dsp:cNvPr id="0" name=""/>
        <dsp:cNvSpPr/>
      </dsp:nvSpPr>
      <dsp:spPr>
        <a:xfrm>
          <a:off x="4620517" y="1949550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620517" y="1949550"/>
        <a:ext cx="1804960" cy="1582153"/>
      </dsp:txXfrm>
    </dsp:sp>
    <dsp:sp modelId="{42AA2FE6-FBE5-4BCF-A215-9F4E63E2F49B}">
      <dsp:nvSpPr>
        <dsp:cNvPr id="0" name=""/>
        <dsp:cNvSpPr/>
      </dsp:nvSpPr>
      <dsp:spPr>
        <a:xfrm>
          <a:off x="6084919" y="1205007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FA66C9-B787-449A-A989-19441E9EAD5B}">
      <dsp:nvSpPr>
        <dsp:cNvPr id="0" name=""/>
        <dsp:cNvSpPr/>
      </dsp:nvSpPr>
      <dsp:spPr>
        <a:xfrm rot="5400000">
          <a:off x="7030703" y="805423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6F701D-F089-4F60-BC5C-045696C09C60}">
      <dsp:nvSpPr>
        <dsp:cNvPr id="0" name=""/>
        <dsp:cNvSpPr/>
      </dsp:nvSpPr>
      <dsp:spPr>
        <a:xfrm>
          <a:off x="6830142" y="1402777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1" kern="1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b="1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6830142" y="1402777"/>
        <a:ext cx="1804960" cy="1582153"/>
      </dsp:txXfrm>
    </dsp:sp>
    <dsp:sp modelId="{50E75A68-B861-4F09-B3F5-58A68E30711B}">
      <dsp:nvSpPr>
        <dsp:cNvPr id="0" name=""/>
        <dsp:cNvSpPr/>
      </dsp:nvSpPr>
      <dsp:spPr>
        <a:xfrm>
          <a:off x="8294544" y="658234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3D7A29-E9C8-416A-818F-3B37F0790590}">
      <dsp:nvSpPr>
        <dsp:cNvPr id="0" name=""/>
        <dsp:cNvSpPr/>
      </dsp:nvSpPr>
      <dsp:spPr>
        <a:xfrm rot="5400000">
          <a:off x="9240327" y="258649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B05E4F-D54C-4634-A8D4-7CD053159DE0}">
      <dsp:nvSpPr>
        <dsp:cNvPr id="0" name=""/>
        <dsp:cNvSpPr/>
      </dsp:nvSpPr>
      <dsp:spPr>
        <a:xfrm>
          <a:off x="9039766" y="856003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kern="1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9039766" y="856003"/>
        <a:ext cx="1804960" cy="1582153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234E0-EF8C-4E4D-96DD-7FF7BA3D21AC}">
      <dsp:nvSpPr>
        <dsp:cNvPr id="0" name=""/>
        <dsp:cNvSpPr/>
      </dsp:nvSpPr>
      <dsp:spPr>
        <a:xfrm>
          <a:off x="15" y="36358"/>
          <a:ext cx="3060002" cy="208800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t="11831" b="11831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F2021B-7703-494A-A006-C90554F9195B}">
      <dsp:nvSpPr>
        <dsp:cNvPr id="0" name=""/>
        <dsp:cNvSpPr/>
      </dsp:nvSpPr>
      <dsp:spPr>
        <a:xfrm>
          <a:off x="3246479" y="2251681"/>
          <a:ext cx="4440326" cy="2742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افزایش ۵٪ در نرخ بازگشت مشتری می‌تواند سودآوری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رو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از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25% الی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۹۵٪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رو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افزایش بده.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Bain &amp; Company 2023, </a:t>
          </a:r>
        </a:p>
      </dsp:txBody>
      <dsp:txXfrm>
        <a:off x="3246479" y="2251681"/>
        <a:ext cx="4440326" cy="2742711"/>
      </dsp:txXfrm>
    </dsp:sp>
    <dsp:sp modelId="{186017D9-5C56-4133-8D89-5670CC19F0A7}">
      <dsp:nvSpPr>
        <dsp:cNvPr id="0" name=""/>
        <dsp:cNvSpPr/>
      </dsp:nvSpPr>
      <dsp:spPr>
        <a:xfrm>
          <a:off x="2854709" y="1860247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39BA9F-65CE-4A91-9886-662A2BA53E47}">
      <dsp:nvSpPr>
        <dsp:cNvPr id="0" name=""/>
        <dsp:cNvSpPr/>
      </dsp:nvSpPr>
      <dsp:spPr>
        <a:xfrm rot="5400000">
          <a:off x="7042929" y="1860385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91CE31-F653-4A9E-970F-9CF66832A2C9}">
      <dsp:nvSpPr>
        <dsp:cNvPr id="0" name=""/>
        <dsp:cNvSpPr/>
      </dsp:nvSpPr>
      <dsp:spPr>
        <a:xfrm rot="16200000">
          <a:off x="2854571" y="4319829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1ED2E7-D777-4FE7-AA5A-30E242E7B445}">
      <dsp:nvSpPr>
        <dsp:cNvPr id="0" name=""/>
        <dsp:cNvSpPr/>
      </dsp:nvSpPr>
      <dsp:spPr>
        <a:xfrm rot="10800000">
          <a:off x="7043067" y="4319692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C01FB-35E4-4ED6-B181-85DCC4428ADA}">
      <dsp:nvSpPr>
        <dsp:cNvPr id="0" name=""/>
        <dsp:cNvSpPr/>
      </dsp:nvSpPr>
      <dsp:spPr>
        <a:xfrm>
          <a:off x="2865496" y="1050942"/>
          <a:ext cx="3152826" cy="3152826"/>
        </a:xfrm>
        <a:prstGeom prst="ellipse">
          <a:avLst/>
        </a:prstGeom>
        <a:solidFill>
          <a:srgbClr val="7A364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80B81F5-9686-4984-8F74-0886E691C781}">
      <dsp:nvSpPr>
        <dsp:cNvPr id="0" name=""/>
        <dsp:cNvSpPr/>
      </dsp:nvSpPr>
      <dsp:spPr>
        <a:xfrm>
          <a:off x="3486445" y="1681507"/>
          <a:ext cx="1891696" cy="1891696"/>
        </a:xfrm>
        <a:prstGeom prst="ellipse">
          <a:avLst/>
        </a:prstGeom>
        <a:solidFill>
          <a:srgbClr val="C3778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8C8C48-D983-4BC8-A19B-3F80F39D687D}">
      <dsp:nvSpPr>
        <dsp:cNvPr id="0" name=""/>
        <dsp:cNvSpPr/>
      </dsp:nvSpPr>
      <dsp:spPr>
        <a:xfrm>
          <a:off x="4117010" y="2312072"/>
          <a:ext cx="630565" cy="630565"/>
        </a:xfrm>
        <a:prstGeom prst="ellipse">
          <a:avLst/>
        </a:prstGeom>
        <a:solidFill>
          <a:srgbClr val="CE90A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873684-1935-45C8-9D4C-23F00FC865BB}">
      <dsp:nvSpPr>
        <dsp:cNvPr id="0" name=""/>
        <dsp:cNvSpPr/>
      </dsp:nvSpPr>
      <dsp:spPr>
        <a:xfrm>
          <a:off x="6472563" y="0"/>
          <a:ext cx="3259471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بهش نشون بدیم چقدر فرق داره پیش ما میاد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472563" y="0"/>
        <a:ext cx="3259471" cy="919574"/>
      </dsp:txXfrm>
    </dsp:sp>
    <dsp:sp modelId="{C767E1C6-70FD-4638-9642-E6D5DDE907AD}">
      <dsp:nvSpPr>
        <dsp:cNvPr id="0" name=""/>
        <dsp:cNvSpPr/>
      </dsp:nvSpPr>
      <dsp:spPr>
        <a:xfrm>
          <a:off x="6140074" y="459787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D57CD1-55B8-413A-A759-B3572EDC0BB2}">
      <dsp:nvSpPr>
        <dsp:cNvPr id="0" name=""/>
        <dsp:cNvSpPr/>
      </dsp:nvSpPr>
      <dsp:spPr>
        <a:xfrm rot="5400000">
          <a:off x="4201874" y="690731"/>
          <a:ext cx="2167042" cy="170620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0E007A-1F60-4F85-A8DA-ABB63F316C9A}">
      <dsp:nvSpPr>
        <dsp:cNvPr id="0" name=""/>
        <dsp:cNvSpPr/>
      </dsp:nvSpPr>
      <dsp:spPr>
        <a:xfrm>
          <a:off x="6472563" y="919574"/>
          <a:ext cx="3259471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ثابت کنیم براش منفعت تعریف شده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472563" y="919574"/>
        <a:ext cx="3259471" cy="919574"/>
      </dsp:txXfrm>
    </dsp:sp>
    <dsp:sp modelId="{ED0E648C-4C27-4328-AF4F-0CB8761EE87F}">
      <dsp:nvSpPr>
        <dsp:cNvPr id="0" name=""/>
        <dsp:cNvSpPr/>
      </dsp:nvSpPr>
      <dsp:spPr>
        <a:xfrm>
          <a:off x="6140074" y="1379361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BAAD179-AB7A-448A-8556-B6C13BD79211}">
      <dsp:nvSpPr>
        <dsp:cNvPr id="0" name=""/>
        <dsp:cNvSpPr/>
      </dsp:nvSpPr>
      <dsp:spPr>
        <a:xfrm rot="5400000">
          <a:off x="4667021" y="1595960"/>
          <a:ext cx="1688654" cy="1254299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40EC126-06C4-4844-A4B9-E3FFDEDB06D6}">
      <dsp:nvSpPr>
        <dsp:cNvPr id="0" name=""/>
        <dsp:cNvSpPr/>
      </dsp:nvSpPr>
      <dsp:spPr>
        <a:xfrm>
          <a:off x="6472563" y="1839148"/>
          <a:ext cx="3259471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400" kern="1200" dirty="0">
              <a:solidFill>
                <a:srgbClr val="002060"/>
              </a:solidFill>
              <a:cs typeface="B Mitra" panose="00000400000000000000" pitchFamily="2" charset="-78"/>
            </a:rPr>
            <a:t>ثابت کنیم دیده و شنیده میشه</a:t>
          </a:r>
          <a:endParaRPr lang="en-US" sz="24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472563" y="1839148"/>
        <a:ext cx="3259471" cy="919574"/>
      </dsp:txXfrm>
    </dsp:sp>
    <dsp:sp modelId="{23FE6E9A-7D93-4BF7-B2C6-9759E08872E2}">
      <dsp:nvSpPr>
        <dsp:cNvPr id="0" name=""/>
        <dsp:cNvSpPr/>
      </dsp:nvSpPr>
      <dsp:spPr>
        <a:xfrm>
          <a:off x="6140074" y="2298936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9D7B176-2CBA-498B-92B0-6EE401F95DC5}">
      <dsp:nvSpPr>
        <dsp:cNvPr id="0" name=""/>
        <dsp:cNvSpPr/>
      </dsp:nvSpPr>
      <dsp:spPr>
        <a:xfrm rot="5400000">
          <a:off x="5132746" y="2500454"/>
          <a:ext cx="1206481" cy="80239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538A1-1DCB-452A-9D99-C9AA37AC1F13}">
      <dsp:nvSpPr>
        <dsp:cNvPr id="0" name=""/>
        <dsp:cNvSpPr/>
      </dsp:nvSpPr>
      <dsp:spPr>
        <a:xfrm>
          <a:off x="4801842" y="2693683"/>
          <a:ext cx="2204313" cy="2204313"/>
        </a:xfrm>
        <a:prstGeom prst="ellipse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نقاط تماس (رضایت و تکرار تجربه)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124656" y="3016497"/>
        <a:ext cx="1558685" cy="1558685"/>
      </dsp:txXfrm>
    </dsp:sp>
    <dsp:sp modelId="{3BB51523-DE57-40BD-9922-91B90AF31793}">
      <dsp:nvSpPr>
        <dsp:cNvPr id="0" name=""/>
        <dsp:cNvSpPr/>
      </dsp:nvSpPr>
      <dsp:spPr>
        <a:xfrm rot="10800000">
          <a:off x="2563115" y="3481725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CD5688-487C-4926-A4F3-AD49D58E18CB}">
      <dsp:nvSpPr>
        <dsp:cNvPr id="0" name=""/>
        <dsp:cNvSpPr/>
      </dsp:nvSpPr>
      <dsp:spPr>
        <a:xfrm>
          <a:off x="1791606" y="3178632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تجارب شخصی سازی شده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اپلیکیشن مریم روشن/ لینک دعوت / هدیه اپ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1827761" y="3214787"/>
        <a:ext cx="1470709" cy="1162105"/>
      </dsp:txXfrm>
    </dsp:sp>
    <dsp:sp modelId="{2A40A558-9207-4B25-B35A-22C747BE2967}">
      <dsp:nvSpPr>
        <dsp:cNvPr id="0" name=""/>
        <dsp:cNvSpPr/>
      </dsp:nvSpPr>
      <dsp:spPr>
        <a:xfrm rot="12960000">
          <a:off x="2999146" y="2139761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9FCF7F-8CB4-4FF6-B777-A344F2F2B232}">
      <dsp:nvSpPr>
        <dsp:cNvPr id="0" name=""/>
        <dsp:cNvSpPr/>
      </dsp:nvSpPr>
      <dsp:spPr>
        <a:xfrm>
          <a:off x="2429658" y="1214910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تجربه مشارکت مالی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سیستم اعتباردهی پورسانت مشتریان/ ریفرال مارکتینگ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2465813" y="1251065"/>
        <a:ext cx="1470709" cy="1162105"/>
      </dsp:txXfrm>
    </dsp:sp>
    <dsp:sp modelId="{0F0EF329-C0DD-400D-A066-56D1C13E4456}">
      <dsp:nvSpPr>
        <dsp:cNvPr id="0" name=""/>
        <dsp:cNvSpPr/>
      </dsp:nvSpPr>
      <dsp:spPr>
        <a:xfrm rot="15120000">
          <a:off x="4140688" y="1310382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E056C1-4AB9-4523-BAA2-911997531FD3}">
      <dsp:nvSpPr>
        <dsp:cNvPr id="0" name=""/>
        <dsp:cNvSpPr/>
      </dsp:nvSpPr>
      <dsp:spPr>
        <a:xfrm>
          <a:off x="4100099" y="1263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تجربه کسب منفعت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اختصاص اعتبار / شارژ کیف پول/ آفرهای هدفمند</a:t>
          </a:r>
        </a:p>
      </dsp:txBody>
      <dsp:txXfrm>
        <a:off x="4136254" y="37418"/>
        <a:ext cx="1470709" cy="1162105"/>
      </dsp:txXfrm>
    </dsp:sp>
    <dsp:sp modelId="{C4B598AD-FA59-4C92-9CE4-541BE6E0B23E}">
      <dsp:nvSpPr>
        <dsp:cNvPr id="0" name=""/>
        <dsp:cNvSpPr/>
      </dsp:nvSpPr>
      <dsp:spPr>
        <a:xfrm rot="17280000">
          <a:off x="5551713" y="1310382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59125-0502-45D4-845A-5CC1CA2A0227}">
      <dsp:nvSpPr>
        <dsp:cNvPr id="0" name=""/>
        <dsp:cNvSpPr/>
      </dsp:nvSpPr>
      <dsp:spPr>
        <a:xfrm>
          <a:off x="6164879" y="1263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تجربه متمایز بودن</a:t>
          </a:r>
        </a:p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سیستم سطح بندی پویای مشتریان/ آفرهای مرتبط با سطح</a:t>
          </a:r>
        </a:p>
      </dsp:txBody>
      <dsp:txXfrm>
        <a:off x="6201034" y="37418"/>
        <a:ext cx="1470709" cy="1162105"/>
      </dsp:txXfrm>
    </dsp:sp>
    <dsp:sp modelId="{0FE26C76-3AC0-4A2A-930C-3A75435BC2E4}">
      <dsp:nvSpPr>
        <dsp:cNvPr id="0" name=""/>
        <dsp:cNvSpPr/>
      </dsp:nvSpPr>
      <dsp:spPr>
        <a:xfrm rot="19440000">
          <a:off x="6693255" y="2139761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31DC46-82A0-43CF-B106-F172231C6B55}">
      <dsp:nvSpPr>
        <dsp:cNvPr id="0" name=""/>
        <dsp:cNvSpPr/>
      </dsp:nvSpPr>
      <dsp:spPr>
        <a:xfrm>
          <a:off x="7835321" y="1214910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تجربه دیده شدن/ قانون توجه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سیستم امیتاز بندی هوشمند مشتریان 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7871476" y="1251065"/>
        <a:ext cx="1470709" cy="1162105"/>
      </dsp:txXfrm>
    </dsp:sp>
    <dsp:sp modelId="{DFB71CC0-9185-425C-A4C1-8DE04CD84356}">
      <dsp:nvSpPr>
        <dsp:cNvPr id="0" name=""/>
        <dsp:cNvSpPr/>
      </dsp:nvSpPr>
      <dsp:spPr>
        <a:xfrm>
          <a:off x="7129286" y="3481725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B91C29-933E-4FCC-BD71-CA00925F256B}">
      <dsp:nvSpPr>
        <dsp:cNvPr id="0" name=""/>
        <dsp:cNvSpPr/>
      </dsp:nvSpPr>
      <dsp:spPr>
        <a:xfrm>
          <a:off x="8473373" y="3178632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تجربه مشارکت در بهبود خدمات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هپی کال/ نظرسنجی اختصاصی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8509528" y="3214787"/>
        <a:ext cx="1470709" cy="1162105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12CB3C-0340-43CF-A198-8CED48458631}">
      <dsp:nvSpPr>
        <dsp:cNvPr id="0" name=""/>
        <dsp:cNvSpPr/>
      </dsp:nvSpPr>
      <dsp:spPr>
        <a:xfrm rot="5400000">
          <a:off x="401830" y="2445744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B1D505-CF74-4719-ACF9-459B767E3307}">
      <dsp:nvSpPr>
        <dsp:cNvPr id="0" name=""/>
        <dsp:cNvSpPr/>
      </dsp:nvSpPr>
      <dsp:spPr>
        <a:xfrm>
          <a:off x="201269" y="3043098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غریبه با برند</a:t>
          </a:r>
          <a:endParaRPr lang="en-US" sz="24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01269" y="3043098"/>
        <a:ext cx="1804960" cy="1582153"/>
      </dsp:txXfrm>
    </dsp:sp>
    <dsp:sp modelId="{8CB1DA42-4248-472D-A039-1A258F25934A}">
      <dsp:nvSpPr>
        <dsp:cNvPr id="0" name=""/>
        <dsp:cNvSpPr/>
      </dsp:nvSpPr>
      <dsp:spPr>
        <a:xfrm>
          <a:off x="1665671" y="2298555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B4FA9E-32F9-46C1-9FF7-CBD2CE92CD42}">
      <dsp:nvSpPr>
        <dsp:cNvPr id="0" name=""/>
        <dsp:cNvSpPr/>
      </dsp:nvSpPr>
      <dsp:spPr>
        <a:xfrm rot="5400000">
          <a:off x="2611454" y="1898970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1F6867-68E1-43FE-B352-330C8C101CC0}">
      <dsp:nvSpPr>
        <dsp:cNvPr id="0" name=""/>
        <dsp:cNvSpPr/>
      </dsp:nvSpPr>
      <dsp:spPr>
        <a:xfrm>
          <a:off x="2410893" y="2496324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آشنایی و توجه به برند</a:t>
          </a:r>
          <a:endParaRPr lang="en-US" sz="24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2410893" y="2496324"/>
        <a:ext cx="1804960" cy="1582153"/>
      </dsp:txXfrm>
    </dsp:sp>
    <dsp:sp modelId="{510F7C7B-EB4A-4A1C-9855-9724ABA5C69D}">
      <dsp:nvSpPr>
        <dsp:cNvPr id="0" name=""/>
        <dsp:cNvSpPr/>
      </dsp:nvSpPr>
      <dsp:spPr>
        <a:xfrm>
          <a:off x="3875295" y="1751781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400550-72AC-4E67-B438-B3D39895F942}">
      <dsp:nvSpPr>
        <dsp:cNvPr id="0" name=""/>
        <dsp:cNvSpPr/>
      </dsp:nvSpPr>
      <dsp:spPr>
        <a:xfrm rot="5400000">
          <a:off x="4821079" y="1352196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159A42-36AD-480F-8CB9-15DDDF45A5B9}">
      <dsp:nvSpPr>
        <dsp:cNvPr id="0" name=""/>
        <dsp:cNvSpPr/>
      </dsp:nvSpPr>
      <dsp:spPr>
        <a:xfrm>
          <a:off x="4620517" y="1949550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اولین تجربه</a:t>
          </a:r>
          <a:endParaRPr lang="en-US" sz="32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620517" y="1949550"/>
        <a:ext cx="1804960" cy="1582153"/>
      </dsp:txXfrm>
    </dsp:sp>
    <dsp:sp modelId="{42AA2FE6-FBE5-4BCF-A215-9F4E63E2F49B}">
      <dsp:nvSpPr>
        <dsp:cNvPr id="0" name=""/>
        <dsp:cNvSpPr/>
      </dsp:nvSpPr>
      <dsp:spPr>
        <a:xfrm>
          <a:off x="6084919" y="1205007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FA66C9-B787-449A-A989-19441E9EAD5B}">
      <dsp:nvSpPr>
        <dsp:cNvPr id="0" name=""/>
        <dsp:cNvSpPr/>
      </dsp:nvSpPr>
      <dsp:spPr>
        <a:xfrm rot="5400000">
          <a:off x="7030703" y="805423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6F701D-F089-4F60-BC5C-045696C09C60}">
      <dsp:nvSpPr>
        <dsp:cNvPr id="0" name=""/>
        <dsp:cNvSpPr/>
      </dsp:nvSpPr>
      <dsp:spPr>
        <a:xfrm>
          <a:off x="6830142" y="1402777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0" kern="1200" dirty="0">
              <a:solidFill>
                <a:srgbClr val="000066"/>
              </a:solidFill>
              <a:cs typeface="B Mitra" panose="00000400000000000000" pitchFamily="2" charset="-78"/>
            </a:rPr>
            <a:t>مرحله رضایت و تکرار</a:t>
          </a:r>
          <a:endParaRPr lang="en-US" sz="3200" b="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6830142" y="1402777"/>
        <a:ext cx="1804960" cy="1582153"/>
      </dsp:txXfrm>
    </dsp:sp>
    <dsp:sp modelId="{50E75A68-B861-4F09-B3F5-58A68E30711B}">
      <dsp:nvSpPr>
        <dsp:cNvPr id="0" name=""/>
        <dsp:cNvSpPr/>
      </dsp:nvSpPr>
      <dsp:spPr>
        <a:xfrm>
          <a:off x="8294544" y="658234"/>
          <a:ext cx="340558" cy="340558"/>
        </a:xfrm>
        <a:prstGeom prst="triangle">
          <a:avLst>
            <a:gd name="adj" fmla="val 100000"/>
          </a:avLst>
        </a:prstGeom>
        <a:solidFill>
          <a:srgbClr val="374183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93D7A29-E9C8-416A-818F-3B37F0790590}">
      <dsp:nvSpPr>
        <dsp:cNvPr id="0" name=""/>
        <dsp:cNvSpPr/>
      </dsp:nvSpPr>
      <dsp:spPr>
        <a:xfrm rot="5400000">
          <a:off x="9240327" y="258649"/>
          <a:ext cx="1201506" cy="1999279"/>
        </a:xfrm>
        <a:prstGeom prst="corner">
          <a:avLst>
            <a:gd name="adj1" fmla="val 16120"/>
            <a:gd name="adj2" fmla="val 16110"/>
          </a:avLst>
        </a:prstGeom>
        <a:solidFill>
          <a:srgbClr val="7A364B"/>
        </a:solidFill>
        <a:ln w="6350" cap="flat" cmpd="sng" algn="ctr">
          <a:noFill/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B05E4F-D54C-4634-A8D4-7CD053159DE0}">
      <dsp:nvSpPr>
        <dsp:cNvPr id="0" name=""/>
        <dsp:cNvSpPr/>
      </dsp:nvSpPr>
      <dsp:spPr>
        <a:xfrm>
          <a:off x="9039766" y="856003"/>
          <a:ext cx="1804960" cy="15821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ctr" defTabSz="1422400" rtl="1">
            <a:lnSpc>
              <a:spcPts val="31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3200" b="1" kern="1200" dirty="0">
              <a:solidFill>
                <a:srgbClr val="000066"/>
              </a:solidFill>
              <a:cs typeface="B Mitra" panose="00000400000000000000" pitchFamily="2" charset="-78"/>
            </a:rPr>
            <a:t>مرحله وفاداری و طرفداری</a:t>
          </a:r>
          <a:endParaRPr lang="en-US" sz="3200" b="1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9039766" y="856003"/>
        <a:ext cx="1804960" cy="1582153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234E0-EF8C-4E4D-96DD-7FF7BA3D21AC}">
      <dsp:nvSpPr>
        <dsp:cNvPr id="0" name=""/>
        <dsp:cNvSpPr/>
      </dsp:nvSpPr>
      <dsp:spPr>
        <a:xfrm>
          <a:off x="15" y="36358"/>
          <a:ext cx="3060002" cy="208800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15882" r="15882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F2021B-7703-494A-A006-C90554F9195B}">
      <dsp:nvSpPr>
        <dsp:cNvPr id="0" name=""/>
        <dsp:cNvSpPr/>
      </dsp:nvSpPr>
      <dsp:spPr>
        <a:xfrm>
          <a:off x="3246479" y="2251681"/>
          <a:ext cx="4440326" cy="2742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وفاداری مشتری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،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نتیجه‌ی تجربه‌ای فراتر از انتظار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ش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است.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جان جانسون، مشاور بازاریابی و مدیر کسب‌وکارهای خدماتی</a:t>
          </a:r>
          <a:endParaRPr lang="en-US" sz="1600" b="1" i="1" kern="1200" dirty="0">
            <a:solidFill>
              <a:srgbClr val="5A2837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3246479" y="2251681"/>
        <a:ext cx="4440326" cy="2742711"/>
      </dsp:txXfrm>
    </dsp:sp>
    <dsp:sp modelId="{186017D9-5C56-4133-8D89-5670CC19F0A7}">
      <dsp:nvSpPr>
        <dsp:cNvPr id="0" name=""/>
        <dsp:cNvSpPr/>
      </dsp:nvSpPr>
      <dsp:spPr>
        <a:xfrm>
          <a:off x="2854709" y="1860247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39BA9F-65CE-4A91-9886-662A2BA53E47}">
      <dsp:nvSpPr>
        <dsp:cNvPr id="0" name=""/>
        <dsp:cNvSpPr/>
      </dsp:nvSpPr>
      <dsp:spPr>
        <a:xfrm rot="5400000">
          <a:off x="7042929" y="1860385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91CE31-F653-4A9E-970F-9CF66832A2C9}">
      <dsp:nvSpPr>
        <dsp:cNvPr id="0" name=""/>
        <dsp:cNvSpPr/>
      </dsp:nvSpPr>
      <dsp:spPr>
        <a:xfrm rot="16200000">
          <a:off x="2854571" y="4319829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1ED2E7-D777-4FE7-AA5A-30E242E7B445}">
      <dsp:nvSpPr>
        <dsp:cNvPr id="0" name=""/>
        <dsp:cNvSpPr/>
      </dsp:nvSpPr>
      <dsp:spPr>
        <a:xfrm rot="10800000">
          <a:off x="7043067" y="4319692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234E0-EF8C-4E4D-96DD-7FF7BA3D21AC}">
      <dsp:nvSpPr>
        <dsp:cNvPr id="0" name=""/>
        <dsp:cNvSpPr/>
      </dsp:nvSpPr>
      <dsp:spPr>
        <a:xfrm>
          <a:off x="15" y="36358"/>
          <a:ext cx="3060002" cy="208800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t="3912" b="3912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F2021B-7703-494A-A006-C90554F9195B}">
      <dsp:nvSpPr>
        <dsp:cNvPr id="0" name=""/>
        <dsp:cNvSpPr/>
      </dsp:nvSpPr>
      <dsp:spPr>
        <a:xfrm>
          <a:off x="3246479" y="2251681"/>
          <a:ext cx="4440326" cy="2742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تجربه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ی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 مشتری، برند را تعریف می‌کند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جف بزوس، بنیان‌گذار آمازون</a:t>
          </a:r>
          <a:endParaRPr lang="en-US" sz="1600" b="1" i="1" kern="1200" dirty="0">
            <a:solidFill>
              <a:srgbClr val="5A2837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3246479" y="2251681"/>
        <a:ext cx="4440326" cy="2742711"/>
      </dsp:txXfrm>
    </dsp:sp>
    <dsp:sp modelId="{186017D9-5C56-4133-8D89-5670CC19F0A7}">
      <dsp:nvSpPr>
        <dsp:cNvPr id="0" name=""/>
        <dsp:cNvSpPr/>
      </dsp:nvSpPr>
      <dsp:spPr>
        <a:xfrm>
          <a:off x="2854709" y="1860247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39BA9F-65CE-4A91-9886-662A2BA53E47}">
      <dsp:nvSpPr>
        <dsp:cNvPr id="0" name=""/>
        <dsp:cNvSpPr/>
      </dsp:nvSpPr>
      <dsp:spPr>
        <a:xfrm rot="5400000">
          <a:off x="7042929" y="1860385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91CE31-F653-4A9E-970F-9CF66832A2C9}">
      <dsp:nvSpPr>
        <dsp:cNvPr id="0" name=""/>
        <dsp:cNvSpPr/>
      </dsp:nvSpPr>
      <dsp:spPr>
        <a:xfrm rot="16200000">
          <a:off x="2854571" y="4319829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1ED2E7-D777-4FE7-AA5A-30E242E7B445}">
      <dsp:nvSpPr>
        <dsp:cNvPr id="0" name=""/>
        <dsp:cNvSpPr/>
      </dsp:nvSpPr>
      <dsp:spPr>
        <a:xfrm rot="10800000">
          <a:off x="7043067" y="4319692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C01FB-35E4-4ED6-B181-85DCC4428ADA}">
      <dsp:nvSpPr>
        <dsp:cNvPr id="0" name=""/>
        <dsp:cNvSpPr/>
      </dsp:nvSpPr>
      <dsp:spPr>
        <a:xfrm>
          <a:off x="2793422" y="1050942"/>
          <a:ext cx="3152826" cy="3152826"/>
        </a:xfrm>
        <a:prstGeom prst="ellipse">
          <a:avLst/>
        </a:prstGeom>
        <a:solidFill>
          <a:srgbClr val="7A364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80B81F5-9686-4984-8F74-0886E691C781}">
      <dsp:nvSpPr>
        <dsp:cNvPr id="0" name=""/>
        <dsp:cNvSpPr/>
      </dsp:nvSpPr>
      <dsp:spPr>
        <a:xfrm>
          <a:off x="3414371" y="1681507"/>
          <a:ext cx="1891696" cy="1891696"/>
        </a:xfrm>
        <a:prstGeom prst="ellipse">
          <a:avLst/>
        </a:prstGeom>
        <a:solidFill>
          <a:srgbClr val="C3778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8C8C48-D983-4BC8-A19B-3F80F39D687D}">
      <dsp:nvSpPr>
        <dsp:cNvPr id="0" name=""/>
        <dsp:cNvSpPr/>
      </dsp:nvSpPr>
      <dsp:spPr>
        <a:xfrm>
          <a:off x="4044937" y="2312072"/>
          <a:ext cx="630565" cy="630565"/>
        </a:xfrm>
        <a:prstGeom prst="ellipse">
          <a:avLst/>
        </a:prstGeom>
        <a:solidFill>
          <a:srgbClr val="CE90A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873684-1935-45C8-9D4C-23F00FC865BB}">
      <dsp:nvSpPr>
        <dsp:cNvPr id="0" name=""/>
        <dsp:cNvSpPr/>
      </dsp:nvSpPr>
      <dsp:spPr>
        <a:xfrm>
          <a:off x="6533744" y="61629"/>
          <a:ext cx="3547765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سودآوری بیشتر با تحکیم رابطه بلندمدت با مشتری - سفیر برند - رابطه برد برد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533744" y="61629"/>
        <a:ext cx="3547765" cy="919574"/>
      </dsp:txXfrm>
    </dsp:sp>
    <dsp:sp modelId="{C767E1C6-70FD-4638-9642-E6D5DDE907AD}">
      <dsp:nvSpPr>
        <dsp:cNvPr id="0" name=""/>
        <dsp:cNvSpPr/>
      </dsp:nvSpPr>
      <dsp:spPr>
        <a:xfrm>
          <a:off x="6068000" y="459787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D57CD1-55B8-413A-A759-B3572EDC0BB2}">
      <dsp:nvSpPr>
        <dsp:cNvPr id="0" name=""/>
        <dsp:cNvSpPr/>
      </dsp:nvSpPr>
      <dsp:spPr>
        <a:xfrm rot="5400000">
          <a:off x="4129800" y="690731"/>
          <a:ext cx="2167042" cy="170620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0E007A-1F60-4F85-A8DA-ABB63F316C9A}">
      <dsp:nvSpPr>
        <dsp:cNvPr id="0" name=""/>
        <dsp:cNvSpPr/>
      </dsp:nvSpPr>
      <dsp:spPr>
        <a:xfrm>
          <a:off x="6533744" y="981204"/>
          <a:ext cx="3547765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1" u="sng" kern="1200" dirty="0">
              <a:solidFill>
                <a:srgbClr val="002060"/>
              </a:solidFill>
              <a:cs typeface="B Mitra" panose="00000400000000000000" pitchFamily="2" charset="-78"/>
            </a:rPr>
            <a:t>ساختن مشتری وفادار نه مشتری ماندگار</a:t>
          </a:r>
          <a:endParaRPr lang="en-US" sz="2000" b="1" u="sng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533744" y="981204"/>
        <a:ext cx="3547765" cy="919574"/>
      </dsp:txXfrm>
    </dsp:sp>
    <dsp:sp modelId="{ED0E648C-4C27-4328-AF4F-0CB8761EE87F}">
      <dsp:nvSpPr>
        <dsp:cNvPr id="0" name=""/>
        <dsp:cNvSpPr/>
      </dsp:nvSpPr>
      <dsp:spPr>
        <a:xfrm>
          <a:off x="6068000" y="1379361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BAAD179-AB7A-448A-8556-B6C13BD79211}">
      <dsp:nvSpPr>
        <dsp:cNvPr id="0" name=""/>
        <dsp:cNvSpPr/>
      </dsp:nvSpPr>
      <dsp:spPr>
        <a:xfrm rot="5400000">
          <a:off x="4594947" y="1595960"/>
          <a:ext cx="1688654" cy="1254299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40EC126-06C4-4844-A4B9-E3FFDEDB06D6}">
      <dsp:nvSpPr>
        <dsp:cNvPr id="0" name=""/>
        <dsp:cNvSpPr/>
      </dsp:nvSpPr>
      <dsp:spPr>
        <a:xfrm>
          <a:off x="6533744" y="1900778"/>
          <a:ext cx="3547765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داستان و تجربه اش از برند رو برای دیگران تعریف کنه – مشتری قهرمان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533744" y="1900778"/>
        <a:ext cx="3547765" cy="919574"/>
      </dsp:txXfrm>
    </dsp:sp>
    <dsp:sp modelId="{23FE6E9A-7D93-4BF7-B2C6-9759E08872E2}">
      <dsp:nvSpPr>
        <dsp:cNvPr id="0" name=""/>
        <dsp:cNvSpPr/>
      </dsp:nvSpPr>
      <dsp:spPr>
        <a:xfrm>
          <a:off x="6068000" y="2298936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9D7B176-2CBA-498B-92B0-6EE401F95DC5}">
      <dsp:nvSpPr>
        <dsp:cNvPr id="0" name=""/>
        <dsp:cNvSpPr/>
      </dsp:nvSpPr>
      <dsp:spPr>
        <a:xfrm rot="5400000">
          <a:off x="5060672" y="2500454"/>
          <a:ext cx="1206481" cy="80239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538A1-1DCB-452A-9D99-C9AA37AC1F13}">
      <dsp:nvSpPr>
        <dsp:cNvPr id="0" name=""/>
        <dsp:cNvSpPr/>
      </dsp:nvSpPr>
      <dsp:spPr>
        <a:xfrm>
          <a:off x="4801842" y="2693683"/>
          <a:ext cx="2204313" cy="2204313"/>
        </a:xfrm>
        <a:prstGeom prst="ellipse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نقاط تماس (وفاداری و طرفداری)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124656" y="3016497"/>
        <a:ext cx="1558685" cy="1558685"/>
      </dsp:txXfrm>
    </dsp:sp>
    <dsp:sp modelId="{3BB51523-DE57-40BD-9922-91B90AF31793}">
      <dsp:nvSpPr>
        <dsp:cNvPr id="0" name=""/>
        <dsp:cNvSpPr/>
      </dsp:nvSpPr>
      <dsp:spPr>
        <a:xfrm rot="10800000">
          <a:off x="2563115" y="3481725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CD5688-487C-4926-A4F3-AD49D58E18CB}">
      <dsp:nvSpPr>
        <dsp:cNvPr id="0" name=""/>
        <dsp:cNvSpPr/>
      </dsp:nvSpPr>
      <dsp:spPr>
        <a:xfrm>
          <a:off x="1791606" y="3178632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هر آنچه منجر بشه از این رابطه طرفین لذت ببرن</a:t>
          </a:r>
          <a:endParaRPr lang="en-US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1827761" y="3214787"/>
        <a:ext cx="1470709" cy="1162105"/>
      </dsp:txXfrm>
    </dsp:sp>
    <dsp:sp modelId="{2A40A558-9207-4B25-B35A-22C747BE2967}">
      <dsp:nvSpPr>
        <dsp:cNvPr id="0" name=""/>
        <dsp:cNvSpPr/>
      </dsp:nvSpPr>
      <dsp:spPr>
        <a:xfrm rot="12960000">
          <a:off x="2999146" y="2139761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9FCF7F-8CB4-4FF6-B777-A344F2F2B232}">
      <dsp:nvSpPr>
        <dsp:cNvPr id="0" name=""/>
        <dsp:cNvSpPr/>
      </dsp:nvSpPr>
      <dsp:spPr>
        <a:xfrm>
          <a:off x="2429658" y="1214910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شخصی سازی در نوبت دهی / پذیرایی و تشریفات / خدمات تخصصی و </a:t>
          </a:r>
          <a:r>
            <a:rPr lang="en-US" sz="1600" kern="1200" dirty="0">
              <a:solidFill>
                <a:srgbClr val="000066"/>
              </a:solidFill>
              <a:cs typeface="B Mitra" panose="00000400000000000000" pitchFamily="2" charset="-78"/>
            </a:rPr>
            <a:t>VIP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2465813" y="1251065"/>
        <a:ext cx="1470709" cy="1162105"/>
      </dsp:txXfrm>
    </dsp:sp>
    <dsp:sp modelId="{0F0EF329-C0DD-400D-A066-56D1C13E4456}">
      <dsp:nvSpPr>
        <dsp:cNvPr id="0" name=""/>
        <dsp:cNvSpPr/>
      </dsp:nvSpPr>
      <dsp:spPr>
        <a:xfrm rot="15120000">
          <a:off x="4140688" y="1310382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E056C1-4AB9-4523-BAA2-911997531FD3}">
      <dsp:nvSpPr>
        <dsp:cNvPr id="0" name=""/>
        <dsp:cNvSpPr/>
      </dsp:nvSpPr>
      <dsp:spPr>
        <a:xfrm>
          <a:off x="4100099" y="1263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شبکه سازی 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اشتراک گذاری تجارب مشتریان وفادار</a:t>
          </a:r>
        </a:p>
      </dsp:txBody>
      <dsp:txXfrm>
        <a:off x="4136254" y="37418"/>
        <a:ext cx="1470709" cy="1162105"/>
      </dsp:txXfrm>
    </dsp:sp>
    <dsp:sp modelId="{C4B598AD-FA59-4C92-9CE4-541BE6E0B23E}">
      <dsp:nvSpPr>
        <dsp:cNvPr id="0" name=""/>
        <dsp:cNvSpPr/>
      </dsp:nvSpPr>
      <dsp:spPr>
        <a:xfrm rot="17280000">
          <a:off x="5551713" y="1310382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59125-0502-45D4-845A-5CC1CA2A0227}">
      <dsp:nvSpPr>
        <dsp:cNvPr id="0" name=""/>
        <dsp:cNvSpPr/>
      </dsp:nvSpPr>
      <dsp:spPr>
        <a:xfrm>
          <a:off x="6164879" y="1263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ساختن مشتری قهرمان</a:t>
          </a:r>
        </a:p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ریفرال مارکتینگ / بازاریابی ارجاعی مشتریان</a:t>
          </a:r>
        </a:p>
      </dsp:txBody>
      <dsp:txXfrm>
        <a:off x="6201034" y="37418"/>
        <a:ext cx="1470709" cy="1162105"/>
      </dsp:txXfrm>
    </dsp:sp>
    <dsp:sp modelId="{0FE26C76-3AC0-4A2A-930C-3A75435BC2E4}">
      <dsp:nvSpPr>
        <dsp:cNvPr id="0" name=""/>
        <dsp:cNvSpPr/>
      </dsp:nvSpPr>
      <dsp:spPr>
        <a:xfrm rot="19440000">
          <a:off x="6693255" y="2139761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31DC46-82A0-43CF-B106-F172231C6B55}">
      <dsp:nvSpPr>
        <dsp:cNvPr id="0" name=""/>
        <dsp:cNvSpPr/>
      </dsp:nvSpPr>
      <dsp:spPr>
        <a:xfrm>
          <a:off x="7835321" y="1214910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ارزش آفرینی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هدایای اشتراکی با شرکای غیر انتفاعی / شارژ کیف پول</a:t>
          </a:r>
        </a:p>
      </dsp:txBody>
      <dsp:txXfrm>
        <a:off x="7871476" y="1251065"/>
        <a:ext cx="1470709" cy="1162105"/>
      </dsp:txXfrm>
    </dsp:sp>
    <dsp:sp modelId="{DFB71CC0-9185-425C-A4C1-8DE04CD84356}">
      <dsp:nvSpPr>
        <dsp:cNvPr id="0" name=""/>
        <dsp:cNvSpPr/>
      </dsp:nvSpPr>
      <dsp:spPr>
        <a:xfrm>
          <a:off x="7129286" y="3481725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B91C29-933E-4FCC-BD71-CA00925F256B}">
      <dsp:nvSpPr>
        <dsp:cNvPr id="0" name=""/>
        <dsp:cNvSpPr/>
      </dsp:nvSpPr>
      <dsp:spPr>
        <a:xfrm>
          <a:off x="8473373" y="3178632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تنوع سازی در خدمات</a:t>
          </a: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1600" kern="1200" dirty="0">
              <a:solidFill>
                <a:srgbClr val="000066"/>
              </a:solidFill>
              <a:cs typeface="B Mitra" panose="00000400000000000000" pitchFamily="2" charset="-78"/>
            </a:rPr>
            <a:t>آفرها بر اساس تحلیل رفتار مشتری/ خدمات تخصصی</a:t>
          </a:r>
        </a:p>
      </dsp:txBody>
      <dsp:txXfrm>
        <a:off x="8509528" y="3214787"/>
        <a:ext cx="1470709" cy="1162105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C01FB-35E4-4ED6-B181-85DCC4428ADA}">
      <dsp:nvSpPr>
        <dsp:cNvPr id="0" name=""/>
        <dsp:cNvSpPr/>
      </dsp:nvSpPr>
      <dsp:spPr>
        <a:xfrm>
          <a:off x="2793422" y="1050942"/>
          <a:ext cx="3152826" cy="3152826"/>
        </a:xfrm>
        <a:prstGeom prst="ellipse">
          <a:avLst/>
        </a:prstGeom>
        <a:solidFill>
          <a:srgbClr val="7A364B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80B81F5-9686-4984-8F74-0886E691C781}">
      <dsp:nvSpPr>
        <dsp:cNvPr id="0" name=""/>
        <dsp:cNvSpPr/>
      </dsp:nvSpPr>
      <dsp:spPr>
        <a:xfrm>
          <a:off x="3414371" y="1681507"/>
          <a:ext cx="1891696" cy="1891696"/>
        </a:xfrm>
        <a:prstGeom prst="ellipse">
          <a:avLst/>
        </a:prstGeom>
        <a:solidFill>
          <a:srgbClr val="C3778F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8C8C48-D983-4BC8-A19B-3F80F39D687D}">
      <dsp:nvSpPr>
        <dsp:cNvPr id="0" name=""/>
        <dsp:cNvSpPr/>
      </dsp:nvSpPr>
      <dsp:spPr>
        <a:xfrm>
          <a:off x="4044937" y="2312072"/>
          <a:ext cx="630565" cy="630565"/>
        </a:xfrm>
        <a:prstGeom prst="ellipse">
          <a:avLst/>
        </a:prstGeom>
        <a:solidFill>
          <a:srgbClr val="CE90A3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D873684-1935-45C8-9D4C-23F00FC865BB}">
      <dsp:nvSpPr>
        <dsp:cNvPr id="0" name=""/>
        <dsp:cNvSpPr/>
      </dsp:nvSpPr>
      <dsp:spPr>
        <a:xfrm>
          <a:off x="6533744" y="61629"/>
          <a:ext cx="3547765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جلب مجدد اعتماد / تدارک برای سفر جدید مشتری 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533744" y="61629"/>
        <a:ext cx="3547765" cy="919574"/>
      </dsp:txXfrm>
    </dsp:sp>
    <dsp:sp modelId="{C767E1C6-70FD-4638-9642-E6D5DDE907AD}">
      <dsp:nvSpPr>
        <dsp:cNvPr id="0" name=""/>
        <dsp:cNvSpPr/>
      </dsp:nvSpPr>
      <dsp:spPr>
        <a:xfrm>
          <a:off x="6068000" y="459787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D57CD1-55B8-413A-A759-B3572EDC0BB2}">
      <dsp:nvSpPr>
        <dsp:cNvPr id="0" name=""/>
        <dsp:cNvSpPr/>
      </dsp:nvSpPr>
      <dsp:spPr>
        <a:xfrm rot="5400000">
          <a:off x="4129800" y="690731"/>
          <a:ext cx="2167042" cy="170620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90E007A-1F60-4F85-A8DA-ABB63F316C9A}">
      <dsp:nvSpPr>
        <dsp:cNvPr id="0" name=""/>
        <dsp:cNvSpPr/>
      </dsp:nvSpPr>
      <dsp:spPr>
        <a:xfrm>
          <a:off x="6533744" y="981204"/>
          <a:ext cx="3547765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تحریک مراجعه به تفکیک شناسایی دلایل عدم مراجعه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533744" y="981204"/>
        <a:ext cx="3547765" cy="919574"/>
      </dsp:txXfrm>
    </dsp:sp>
    <dsp:sp modelId="{ED0E648C-4C27-4328-AF4F-0CB8761EE87F}">
      <dsp:nvSpPr>
        <dsp:cNvPr id="0" name=""/>
        <dsp:cNvSpPr/>
      </dsp:nvSpPr>
      <dsp:spPr>
        <a:xfrm>
          <a:off x="6068000" y="1379361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BAAD179-AB7A-448A-8556-B6C13BD79211}">
      <dsp:nvSpPr>
        <dsp:cNvPr id="0" name=""/>
        <dsp:cNvSpPr/>
      </dsp:nvSpPr>
      <dsp:spPr>
        <a:xfrm rot="5400000">
          <a:off x="4594947" y="1595960"/>
          <a:ext cx="1688654" cy="1254299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40EC126-06C4-4844-A4B9-E3FFDEDB06D6}">
      <dsp:nvSpPr>
        <dsp:cNvPr id="0" name=""/>
        <dsp:cNvSpPr/>
      </dsp:nvSpPr>
      <dsp:spPr>
        <a:xfrm>
          <a:off x="6533744" y="1900778"/>
          <a:ext cx="3547765" cy="9195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25400" bIns="254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kern="1200" dirty="0">
              <a:solidFill>
                <a:srgbClr val="002060"/>
              </a:solidFill>
              <a:cs typeface="B Mitra" panose="00000400000000000000" pitchFamily="2" charset="-78"/>
            </a:rPr>
            <a:t>عارضه یابی دلیل عدم مراجعه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6533744" y="1900778"/>
        <a:ext cx="3547765" cy="919574"/>
      </dsp:txXfrm>
    </dsp:sp>
    <dsp:sp modelId="{23FE6E9A-7D93-4BF7-B2C6-9759E08872E2}">
      <dsp:nvSpPr>
        <dsp:cNvPr id="0" name=""/>
        <dsp:cNvSpPr/>
      </dsp:nvSpPr>
      <dsp:spPr>
        <a:xfrm>
          <a:off x="6068000" y="2298936"/>
          <a:ext cx="394103" cy="0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9D7B176-2CBA-498B-92B0-6EE401F95DC5}">
      <dsp:nvSpPr>
        <dsp:cNvPr id="0" name=""/>
        <dsp:cNvSpPr/>
      </dsp:nvSpPr>
      <dsp:spPr>
        <a:xfrm rot="5400000">
          <a:off x="5060672" y="2500454"/>
          <a:ext cx="1206481" cy="802394"/>
        </a:xfrm>
        <a:prstGeom prst="line">
          <a:avLst/>
        </a:prstGeom>
        <a:noFill/>
        <a:ln w="6350" cap="flat" cmpd="sng" algn="ctr">
          <a:solidFill>
            <a:srgbClr val="000066"/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234E0-EF8C-4E4D-96DD-7FF7BA3D21AC}">
      <dsp:nvSpPr>
        <dsp:cNvPr id="0" name=""/>
        <dsp:cNvSpPr/>
      </dsp:nvSpPr>
      <dsp:spPr>
        <a:xfrm>
          <a:off x="15" y="36358"/>
          <a:ext cx="3060002" cy="2088009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t="26902" b="26902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CF2021B-7703-494A-A006-C90554F9195B}">
      <dsp:nvSpPr>
        <dsp:cNvPr id="0" name=""/>
        <dsp:cNvSpPr/>
      </dsp:nvSpPr>
      <dsp:spPr>
        <a:xfrm>
          <a:off x="3246479" y="2251681"/>
          <a:ext cx="4440326" cy="27427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{</a:t>
          </a:r>
          <a:r>
            <a:rPr lang="ar-SA" sz="2800" b="1" kern="1200" dirty="0">
              <a:solidFill>
                <a:srgbClr val="5A2837"/>
              </a:solidFill>
              <a:cs typeface="B Mitra" panose="00000400000000000000" pitchFamily="2" charset="-78"/>
            </a:rPr>
            <a:t>جذب دوباره مشتریان از دست رفته ۵ تا ۷ برابر هزینه کمتری نسبت به جذب مشتری جدید دارد</a:t>
          </a:r>
          <a:r>
            <a:rPr lang="fa-IR" sz="2800" b="1" kern="1200" dirty="0">
              <a:solidFill>
                <a:srgbClr val="5A2837"/>
              </a:solidFill>
              <a:cs typeface="B Mitra" panose="00000400000000000000" pitchFamily="2" charset="-78"/>
            </a:rPr>
            <a:t>}</a:t>
          </a:r>
          <a:endParaRPr lang="en-US" sz="2800" b="1" kern="1200" dirty="0">
            <a:solidFill>
              <a:srgbClr val="5A2837"/>
            </a:solidFill>
            <a:cs typeface="B Mitra" panose="00000400000000000000" pitchFamily="2" charset="-78"/>
          </a:endParaRPr>
        </a:p>
        <a:p>
          <a:pPr marL="0" lvl="0" indent="0" algn="ct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— طبق گزارش </a:t>
          </a:r>
          <a:r>
            <a:rPr lang="en-US" sz="1600" b="1" i="1" kern="1200" dirty="0" err="1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Invesp</a:t>
          </a:r>
          <a:r>
            <a:rPr lang="en-US" sz="1600" b="1" i="1" kern="1200" dirty="0">
              <a:solidFill>
                <a:srgbClr val="5A2837"/>
              </a:solidFill>
              <a:latin typeface="Calibri" panose="020F0502020204030204"/>
              <a:ea typeface="+mn-ea"/>
              <a:cs typeface="B Mitra" panose="00000400000000000000" pitchFamily="2" charset="-78"/>
            </a:rPr>
            <a:t> 2023, </a:t>
          </a:r>
        </a:p>
      </dsp:txBody>
      <dsp:txXfrm>
        <a:off x="3246479" y="2251681"/>
        <a:ext cx="4440326" cy="2742711"/>
      </dsp:txXfrm>
    </dsp:sp>
    <dsp:sp modelId="{186017D9-5C56-4133-8D89-5670CC19F0A7}">
      <dsp:nvSpPr>
        <dsp:cNvPr id="0" name=""/>
        <dsp:cNvSpPr/>
      </dsp:nvSpPr>
      <dsp:spPr>
        <a:xfrm>
          <a:off x="2854709" y="1860247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039BA9F-65CE-4A91-9886-662A2BA53E47}">
      <dsp:nvSpPr>
        <dsp:cNvPr id="0" name=""/>
        <dsp:cNvSpPr/>
      </dsp:nvSpPr>
      <dsp:spPr>
        <a:xfrm rot="5400000">
          <a:off x="7042929" y="1860385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91CE31-F653-4A9E-970F-9CF66832A2C9}">
      <dsp:nvSpPr>
        <dsp:cNvPr id="0" name=""/>
        <dsp:cNvSpPr/>
      </dsp:nvSpPr>
      <dsp:spPr>
        <a:xfrm rot="16200000">
          <a:off x="2854571" y="4319829"/>
          <a:ext cx="1066669" cy="1066393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1ED2E7-D777-4FE7-AA5A-30E242E7B445}">
      <dsp:nvSpPr>
        <dsp:cNvPr id="0" name=""/>
        <dsp:cNvSpPr/>
      </dsp:nvSpPr>
      <dsp:spPr>
        <a:xfrm rot="10800000">
          <a:off x="7043067" y="4319692"/>
          <a:ext cx="1066393" cy="1066669"/>
        </a:xfrm>
        <a:prstGeom prst="halfFrame">
          <a:avLst>
            <a:gd name="adj1" fmla="val 25770"/>
            <a:gd name="adj2" fmla="val 257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A538A1-1DCB-452A-9D99-C9AA37AC1F13}">
      <dsp:nvSpPr>
        <dsp:cNvPr id="0" name=""/>
        <dsp:cNvSpPr/>
      </dsp:nvSpPr>
      <dsp:spPr>
        <a:xfrm>
          <a:off x="4801842" y="2693683"/>
          <a:ext cx="2204313" cy="2204313"/>
        </a:xfrm>
        <a:prstGeom prst="ellipse">
          <a:avLst/>
        </a:prstGeom>
        <a:solidFill>
          <a:srgbClr val="C3778F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000" b="1" kern="1200" dirty="0">
              <a:solidFill>
                <a:srgbClr val="002060"/>
              </a:solidFill>
              <a:cs typeface="B Mitra" panose="00000400000000000000" pitchFamily="2" charset="-78"/>
            </a:rPr>
            <a:t>مولدهای نارضایتی مشتری</a:t>
          </a:r>
          <a:endParaRPr lang="en-US" sz="2000" kern="1200" dirty="0">
            <a:solidFill>
              <a:srgbClr val="002060"/>
            </a:solidFill>
            <a:cs typeface="B Mitra" panose="00000400000000000000" pitchFamily="2" charset="-78"/>
          </a:endParaRPr>
        </a:p>
      </dsp:txBody>
      <dsp:txXfrm>
        <a:off x="5124656" y="3016497"/>
        <a:ext cx="1558685" cy="1558685"/>
      </dsp:txXfrm>
    </dsp:sp>
    <dsp:sp modelId="{3BB51523-DE57-40BD-9922-91B90AF31793}">
      <dsp:nvSpPr>
        <dsp:cNvPr id="0" name=""/>
        <dsp:cNvSpPr/>
      </dsp:nvSpPr>
      <dsp:spPr>
        <a:xfrm rot="10800000">
          <a:off x="2563115" y="3481725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CD5688-487C-4926-A4F3-AD49D58E18CB}">
      <dsp:nvSpPr>
        <dsp:cNvPr id="0" name=""/>
        <dsp:cNvSpPr/>
      </dsp:nvSpPr>
      <dsp:spPr>
        <a:xfrm>
          <a:off x="1791606" y="3178632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شکاف پیگیری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400" kern="1200" dirty="0">
              <a:solidFill>
                <a:srgbClr val="000066"/>
              </a:solidFill>
              <a:cs typeface="B Mitra" panose="00000400000000000000" pitchFamily="2" charset="-78"/>
            </a:rPr>
            <a:t>وقتی بعد از </a:t>
          </a:r>
          <a:r>
            <a:rPr lang="fa-IR" sz="1400" kern="1200" dirty="0">
              <a:solidFill>
                <a:srgbClr val="000066"/>
              </a:solidFill>
              <a:cs typeface="B Mitra" panose="00000400000000000000" pitchFamily="2" charset="-78"/>
            </a:rPr>
            <a:t>خدمات</a:t>
          </a:r>
          <a:r>
            <a:rPr lang="ar-SA" sz="1400" kern="1200" dirty="0">
              <a:solidFill>
                <a:srgbClr val="000066"/>
              </a:solidFill>
              <a:cs typeface="B Mitra" panose="00000400000000000000" pitchFamily="2" charset="-78"/>
            </a:rPr>
            <a:t>، ارتباط قطع می‌شه و هیچ پیگیری، نظرخواهی یا توجهی به تجربه‌ی مشتری نمی‌شه. </a:t>
          </a:r>
          <a:endParaRPr lang="en-US" sz="14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1827761" y="3214787"/>
        <a:ext cx="1470709" cy="1162105"/>
      </dsp:txXfrm>
    </dsp:sp>
    <dsp:sp modelId="{2A40A558-9207-4B25-B35A-22C747BE2967}">
      <dsp:nvSpPr>
        <dsp:cNvPr id="0" name=""/>
        <dsp:cNvSpPr/>
      </dsp:nvSpPr>
      <dsp:spPr>
        <a:xfrm rot="12960000">
          <a:off x="2999146" y="2139761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49FCF7F-8CB4-4FF6-B777-A344F2F2B232}">
      <dsp:nvSpPr>
        <dsp:cNvPr id="0" name=""/>
        <dsp:cNvSpPr/>
      </dsp:nvSpPr>
      <dsp:spPr>
        <a:xfrm>
          <a:off x="2429658" y="1214910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شکاف استنباطی (برداشتی)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وقتی مشتری برداشت اشتباهی از نیت یا سیاست سالن داره.</a:t>
          </a:r>
          <a:endParaRPr lang="en-US" sz="1600" kern="1200" dirty="0">
            <a:solidFill>
              <a:srgbClr val="000066"/>
            </a:solidFill>
            <a:latin typeface="Calibri" panose="020F0502020204030204"/>
            <a:ea typeface="+mn-ea"/>
            <a:cs typeface="B Mitra" panose="00000400000000000000" pitchFamily="2" charset="-78"/>
          </a:endParaRPr>
        </a:p>
      </dsp:txBody>
      <dsp:txXfrm>
        <a:off x="2465813" y="1251065"/>
        <a:ext cx="1470709" cy="1162105"/>
      </dsp:txXfrm>
    </dsp:sp>
    <dsp:sp modelId="{0F0EF329-C0DD-400D-A066-56D1C13E4456}">
      <dsp:nvSpPr>
        <dsp:cNvPr id="0" name=""/>
        <dsp:cNvSpPr/>
      </dsp:nvSpPr>
      <dsp:spPr>
        <a:xfrm rot="15120000">
          <a:off x="4140688" y="1310382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E056C1-4AB9-4523-BAA2-911997531FD3}">
      <dsp:nvSpPr>
        <dsp:cNvPr id="0" name=""/>
        <dsp:cNvSpPr/>
      </dsp:nvSpPr>
      <dsp:spPr>
        <a:xfrm>
          <a:off x="4100099" y="1263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شکاف رفتاری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وقتی رفتار پرسنل با مشتری حس احترام، همدلی یا توجه لازم رو منتقل نمی‌کنه.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4136254" y="37418"/>
        <a:ext cx="1470709" cy="1162105"/>
      </dsp:txXfrm>
    </dsp:sp>
    <dsp:sp modelId="{C4B598AD-FA59-4C92-9CE4-541BE6E0B23E}">
      <dsp:nvSpPr>
        <dsp:cNvPr id="0" name=""/>
        <dsp:cNvSpPr/>
      </dsp:nvSpPr>
      <dsp:spPr>
        <a:xfrm rot="17280000">
          <a:off x="5551713" y="1310382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F59125-0502-45D4-845A-5CC1CA2A0227}">
      <dsp:nvSpPr>
        <dsp:cNvPr id="0" name=""/>
        <dsp:cNvSpPr/>
      </dsp:nvSpPr>
      <dsp:spPr>
        <a:xfrm>
          <a:off x="6164879" y="1263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شکاف رویه‌ای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وقتی فرآیند انجام کارها منظم یا استاندارد نیست.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6201034" y="37418"/>
        <a:ext cx="1470709" cy="1162105"/>
      </dsp:txXfrm>
    </dsp:sp>
    <dsp:sp modelId="{0FE26C76-3AC0-4A2A-930C-3A75435BC2E4}">
      <dsp:nvSpPr>
        <dsp:cNvPr id="0" name=""/>
        <dsp:cNvSpPr/>
      </dsp:nvSpPr>
      <dsp:spPr>
        <a:xfrm rot="19440000">
          <a:off x="6693255" y="2139761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31DC46-82A0-43CF-B106-F172231C6B55}">
      <dsp:nvSpPr>
        <dsp:cNvPr id="0" name=""/>
        <dsp:cNvSpPr/>
      </dsp:nvSpPr>
      <dsp:spPr>
        <a:xfrm>
          <a:off x="7835321" y="1214910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شکاف ادراکی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وقتی برداشت مشتری از نتیجه یا خدمات با تصور ذهنی خودش فرق داره.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7871476" y="1251065"/>
        <a:ext cx="1470709" cy="1162105"/>
      </dsp:txXfrm>
    </dsp:sp>
    <dsp:sp modelId="{DFB71CC0-9185-425C-A4C1-8DE04CD84356}">
      <dsp:nvSpPr>
        <dsp:cNvPr id="0" name=""/>
        <dsp:cNvSpPr/>
      </dsp:nvSpPr>
      <dsp:spPr>
        <a:xfrm>
          <a:off x="7129286" y="3481725"/>
          <a:ext cx="2115596" cy="628229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B91C29-933E-4FCC-BD71-CA00925F256B}">
      <dsp:nvSpPr>
        <dsp:cNvPr id="0" name=""/>
        <dsp:cNvSpPr/>
      </dsp:nvSpPr>
      <dsp:spPr>
        <a:xfrm>
          <a:off x="8473373" y="3178632"/>
          <a:ext cx="1543019" cy="1234415"/>
        </a:xfrm>
        <a:prstGeom prst="roundRect">
          <a:avLst>
            <a:gd name="adj" fmla="val 10000"/>
          </a:avLst>
        </a:prstGeom>
        <a:solidFill>
          <a:srgbClr val="D49CAD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شکاف اطلاع‌رسانی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600" kern="1200" dirty="0">
              <a:solidFill>
                <a:srgbClr val="000066"/>
              </a:solidFill>
              <a:cs typeface="B Mitra" panose="00000400000000000000" pitchFamily="2" charset="-78"/>
            </a:rPr>
            <a:t>وقتی اطلاعات کافی، درست یا هماهنگ به مشتری داده نمی‌شه.</a:t>
          </a:r>
          <a:endParaRPr lang="fa-IR" sz="1600" kern="1200" dirty="0">
            <a:solidFill>
              <a:srgbClr val="000066"/>
            </a:solidFill>
            <a:cs typeface="B Mitra" panose="00000400000000000000" pitchFamily="2" charset="-78"/>
          </a:endParaRPr>
        </a:p>
      </dsp:txBody>
      <dsp:txXfrm>
        <a:off x="8509528" y="3214787"/>
        <a:ext cx="1470709" cy="1162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9/3/layout/FramedTextPicture">
  <dgm:title val=""/>
  <dgm:desc val=""/>
  <dgm:catLst>
    <dgm:cat type="picture" pri="20000"/>
    <dgm:cat type="pictureconvert" pri="20000"/>
  </dgm:catLst>
  <dgm:samp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</dgm:ptLst>
      <dgm:cxnLst>
        <dgm:cxn modelId="20" srcId="0" destId="10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grDir" val="tL"/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w" for="ch" forName="composite" refType="w"/>
      <dgm:constr type="h" for="ch" forName="composite" refType="h"/>
      <dgm:constr type="primFontSz" for="des" ptType="node" op="equ" val="65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/>
          <dgm:chPref/>
        </dgm:varLst>
        <dgm:alg type="composite">
          <dgm:param type="ar" val="1.5179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4017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.3535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8688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.3535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8688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if>
          <dgm:else name="Name6">
            <dgm:constrLst>
              <dgm:constr type="l" for="ch" forName="Image" refType="w" fact="0.6144"/>
              <dgm:constr type="t" for="ch" forName="Image" refType="h" fact="0"/>
              <dgm:constr type="w" for="ch" forName="Image" refType="w" fact="0.3856"/>
              <dgm:constr type="h" for="ch" forName="Image" refType="h" fact="0.3902"/>
              <dgm:constr type="l" for="ch" forName="ParentText" refType="w" fact="0.0482"/>
              <dgm:constr type="t" for="ch" forName="ParentText" refType="h" fact="0.4146"/>
              <dgm:constr type="w" for="ch" forName="ParentText" refType="w" fact="0.5463"/>
              <dgm:constr type="h" for="ch" forName="ParentText" refType="h" fact="0.5122"/>
              <dgm:constr type="l" for="ch" forName="tlFrame" refType="w" fact="0"/>
              <dgm:constr type="t" for="ch" forName="tlFrame" refType="h" fact="0.3415"/>
              <dgm:constr type="w" for="ch" forName="tlFrame" refType="w" fact="0.1312"/>
              <dgm:constr type="h" for="ch" forName="tlFrame" refType="h" fact="0.1992"/>
              <dgm:constr type="l" for="ch" forName="trFrame" refType="w" fact="0.5153"/>
              <dgm:constr type="t" for="ch" forName="trFrame" refType="h" fact="0.3415"/>
              <dgm:constr type="w" for="ch" forName="trFrame" refType="w" fact="0.1312"/>
              <dgm:constr type="h" for="ch" forName="trFrame" refType="h" fact="0.1992"/>
              <dgm:constr type="l" for="ch" forName="blFrame" refType="w" fact="0"/>
              <dgm:constr type="t" for="ch" forName="blFrame" refType="h" fact="0.8008"/>
              <dgm:constr type="w" for="ch" forName="blFrame" refType="w" fact="0.1312"/>
              <dgm:constr type="h" for="ch" forName="blFrame" refType="h" fact="0.1992"/>
              <dgm:constr type="l" for="ch" forName="brFrame" refType="w" fact="0.5153"/>
              <dgm:constr type="t" for="ch" forName="brFrame" refType="h" fact="0.8008"/>
              <dgm:constr type="w" for="ch" forName="brFrame" refType="w" fact="0.1312"/>
              <dgm:constr type="h" for="ch" forName="brFrame" refType="h" fact="0.1992"/>
            </dgm:constrLst>
          </dgm:else>
        </dgm:choos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tlFrame" styleLbl="node1">
          <dgm:alg type="sp"/>
          <dgm:shape xmlns:r="http://schemas.openxmlformats.org/officeDocument/2006/relationships" type="halfFrame" r:blip="">
            <dgm:adjLst>
              <dgm:adj idx="1" val="0.2577"/>
              <dgm:adj idx="2" val="0.2577"/>
            </dgm:adjLst>
          </dgm:shape>
          <dgm:presOf/>
        </dgm:layoutNode>
        <dgm:layoutNode name="trFrame" styleLbl="node1">
          <dgm:alg type="sp"/>
          <dgm:shape xmlns:r="http://schemas.openxmlformats.org/officeDocument/2006/relationships" rot="90" type="halfFrame" r:blip="">
            <dgm:adjLst>
              <dgm:adj idx="1" val="0.2577"/>
              <dgm:adj idx="2" val="0.2577"/>
            </dgm:adjLst>
          </dgm:shape>
          <dgm:presOf/>
        </dgm:layoutNode>
        <dgm:layoutNode name="blFrame" styleLbl="node1">
          <dgm:alg type="sp"/>
          <dgm:shape xmlns:r="http://schemas.openxmlformats.org/officeDocument/2006/relationships" rot="270" type="halfFrame" r:blip="">
            <dgm:adjLst>
              <dgm:adj idx="1" val="0.2577"/>
              <dgm:adj idx="2" val="0.2577"/>
            </dgm:adjLst>
          </dgm:shape>
          <dgm:presOf/>
        </dgm:layoutNode>
        <dgm:layoutNode name="brFrame" styleLbl="node1">
          <dgm:alg type="sp"/>
          <dgm:shape xmlns:r="http://schemas.openxmlformats.org/officeDocument/2006/relationships" rot="180" type="halfFrame" r:blip="">
            <dgm:adjLst>
              <dgm:adj idx="1" val="0.2577"/>
              <dgm:adj idx="2" val="0.2577"/>
            </dgm:adjLst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B38ED-3288-4EEC-BEB8-71F9D8C94B0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2338C-74E9-4DEF-9FE9-8083EA80B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2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338C-74E9-4DEF-9FE9-8083EA80BBC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15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338C-74E9-4DEF-9FE9-8083EA80BBC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90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338C-74E9-4DEF-9FE9-8083EA80BBC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73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94FD-698A-5D5E-A650-599AC6F31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AF8F2-FAFA-96F6-D784-81586AF7A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F2E46-50F0-BE55-9C41-C71AC628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74A0C-8E65-47D7-ACEE-B74863831B7F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975D4-D243-FCB9-F974-F5DCFB057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96CA4-57E7-6DCA-4590-AEB238DB3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46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0079-FE1B-75DC-CB48-46424E43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3AD2B-D3D0-8C68-AA85-998A929E9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7CA6-AE44-61C6-EDBA-C80582C70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200DE-61EC-4BAE-AA2B-A4628421C5C7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CDAC4-C7E2-E708-D4A9-A6F95BE5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1C8CE-9621-B0B0-3E86-BB48F9665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48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EC24-94A2-AFC4-4878-ABCBE6B9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4FDC7-DCF4-2015-4D4E-8493912A1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D74E3-508A-6D7C-F589-2B1934B6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78A3F-06DF-4B14-A218-971BA778AF07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25C49-477A-F1F6-B3EF-79D9C64D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3C536-25EE-24C3-F36D-AF24CBF1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72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380B0-F0FC-1572-2FA0-70DB86A75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B9A80-7111-D177-B259-1455BB5EC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A9058A-D2C0-268B-56EE-5A76C7D7C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E84D0-79EE-1F05-B0F8-EC94DABB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C74B2-A929-40C8-B12D-3FD34F37780B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A5982-DE51-369A-14A5-DD756702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D2427-6266-6EBF-4A81-602E4FC3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83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81FEC-E638-C664-64F4-75D98A398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B6460-16CF-D870-A934-DE150889E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788FA-EE1D-F0B7-22BF-4A29C6238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EE2DD-D3A7-D97D-86AA-03B26501A4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8956B-5A1C-6D98-E381-5DF387167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34381-96F0-DFD2-E6DA-FA6DD905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531A7-E245-4015-BB0D-244F448BDB14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2C29E-DFC5-6D1E-C706-30DD9C0C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0E251-EB36-641F-F76B-094BF2F9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31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0C94-CBE1-49C9-EEE6-BE8A15EE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DF8FD-96F1-2A83-464A-85226BE4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D04D-03D3-449C-8FC5-674F950A4963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AE54A-6170-7505-C38A-D30AEE58F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78AC9-1B5D-751D-62D3-5A4F05F2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97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EA6561-9211-0F02-BB8B-5AD0C45A5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BC3B5-BEBE-47FB-847D-511B9C886C52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B3276-8372-1663-ECA9-D44E6473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3F16A-3A5C-F72F-B5A2-A9F43A96E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922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B6013-DE8E-4750-25AB-74578AD75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3284F-CFE8-D94C-5177-A152856D7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AF09F-DDB4-CA8B-209E-F0F8A077E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1AECD-36B6-F1E5-DEDD-413C72908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B67E5-C78F-4A2E-93D9-7ABC62E74D49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F31DD-C829-DE93-3C2A-24E99754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ADABF-9BB5-7608-7660-53F07D01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854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C31B-D623-6AE1-4D5D-13E4B10E3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6F7C24-9512-068F-2A0F-979DCF244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C6E23-1B66-636E-6C4D-F9DC361D3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C614E-2468-D158-EEAE-DC7EBAB6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9C41-4236-4597-A928-450A2AE49605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6BD93-9FD9-CDC0-7D3E-09D6A5BA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EC021-6AE1-7BEC-9659-9298F040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7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8F8F-A007-54B7-DDF3-2699C8926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4617D-FA2B-9282-5F6B-D07C33ACB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23477-983E-49C4-4C4F-61C6FBE4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C5068-2360-4546-80BA-FE05F697DF04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5BBC0-794E-5C75-BF64-7B911B988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11C0D-776F-F582-0631-85C3F9EB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67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5A5D7-BBA7-F9FF-4C0F-830EE93C4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C18B5D-CC0E-6BA1-A0C0-2F46F60A6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E1C7F-CD91-FD2D-AE97-842361B61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9CD7-66A0-4E85-B26A-BF7EECEE17E5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418B0-C03E-214C-F7E7-E1989BED0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0CDE7-F0D0-A099-6AF8-437B32B2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90A3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0472C1-0BB2-4159-712E-89D16279F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CF61A-5F86-76C8-7DF1-D34E2BAC1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A6F9F-2D10-0786-C5FB-1FE04C1C9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69A65-E3A4-4782-AF24-518909300B4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28506-E3EF-EB4F-1648-C0551C5633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535DC-FBFA-EEEB-20D9-5CFC6ADA53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5C567-2EE8-4D28-BC24-A12DCFA36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ghtlocal.com/resources/local-seo-statistics/?utm_source=chatgpt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rightlocal.com/research/local-consumer-review-survey-2024/?utm_source=chatgpt.com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8.xml"/><Relationship Id="rId7" Type="http://schemas.microsoft.com/office/2007/relationships/diagramDrawing" Target="../diagrams/drawing2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9.xml"/><Relationship Id="rId7" Type="http://schemas.microsoft.com/office/2007/relationships/diagramDrawing" Target="../diagrams/drawing2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9.xml"/><Relationship Id="rId5" Type="http://schemas.openxmlformats.org/officeDocument/2006/relationships/diagramQuickStyle" Target="../diagrams/quickStyle29.xml"/><Relationship Id="rId4" Type="http://schemas.openxmlformats.org/officeDocument/2006/relationships/diagramLayout" Target="../diagrams/layout29.xml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0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0.xml"/><Relationship Id="rId5" Type="http://schemas.openxmlformats.org/officeDocument/2006/relationships/diagramLayout" Target="../diagrams/layout30.xml"/><Relationship Id="rId4" Type="http://schemas.openxmlformats.org/officeDocument/2006/relationships/diagramData" Target="../diagrams/data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1.xml"/><Relationship Id="rId5" Type="http://schemas.openxmlformats.org/officeDocument/2006/relationships/diagramQuickStyle" Target="../diagrams/quickStyle31.xml"/><Relationship Id="rId4" Type="http://schemas.openxmlformats.org/officeDocument/2006/relationships/diagramLayout" Target="../diagrams/layout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4.xml"/><Relationship Id="rId5" Type="http://schemas.openxmlformats.org/officeDocument/2006/relationships/diagramQuickStyle" Target="../diagrams/quickStyle34.xml"/><Relationship Id="rId4" Type="http://schemas.openxmlformats.org/officeDocument/2006/relationships/diagramLayout" Target="../diagrams/layout34.xml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5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5.xml"/><Relationship Id="rId5" Type="http://schemas.openxmlformats.org/officeDocument/2006/relationships/diagramLayout" Target="../diagrams/layout35.xml"/><Relationship Id="rId4" Type="http://schemas.openxmlformats.org/officeDocument/2006/relationships/diagramData" Target="../diagrams/data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6.xml"/><Relationship Id="rId7" Type="http://schemas.microsoft.com/office/2007/relationships/diagramDrawing" Target="../diagrams/drawing3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6.xml"/><Relationship Id="rId5" Type="http://schemas.openxmlformats.org/officeDocument/2006/relationships/diagramQuickStyle" Target="../diagrams/quickStyle36.xml"/><Relationship Id="rId4" Type="http://schemas.openxmlformats.org/officeDocument/2006/relationships/diagramLayout" Target="../diagrams/layout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7.xml"/><Relationship Id="rId7" Type="http://schemas.microsoft.com/office/2007/relationships/diagramDrawing" Target="../diagrams/drawing3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7.xml"/><Relationship Id="rId5" Type="http://schemas.openxmlformats.org/officeDocument/2006/relationships/diagramQuickStyle" Target="../diagrams/quickStyle37.xml"/><Relationship Id="rId4" Type="http://schemas.openxmlformats.org/officeDocument/2006/relationships/diagramLayout" Target="../diagrams/layout37.xml"/></Relationships>
</file>

<file path=ppt/slides/_rels/slide4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8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8.xml"/><Relationship Id="rId5" Type="http://schemas.openxmlformats.org/officeDocument/2006/relationships/diagramLayout" Target="../diagrams/layout38.xml"/><Relationship Id="rId4" Type="http://schemas.openxmlformats.org/officeDocument/2006/relationships/diagramData" Target="../diagrams/data3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94" y="89533"/>
            <a:ext cx="4443811" cy="2154575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6502C6-8D6C-F85E-12FF-EC0C39C603A7}"/>
              </a:ext>
            </a:extLst>
          </p:cNvPr>
          <p:cNvSpPr txBox="1"/>
          <p:nvPr/>
        </p:nvSpPr>
        <p:spPr>
          <a:xfrm>
            <a:off x="1403683" y="2356688"/>
            <a:ext cx="9384631" cy="3416320"/>
          </a:xfrm>
          <a:prstGeom prst="rect">
            <a:avLst/>
          </a:prstGeom>
          <a:solidFill>
            <a:srgbClr val="CE90A3"/>
          </a:solidFill>
        </p:spPr>
        <p:txBody>
          <a:bodyPr wrap="square" rtlCol="0" anchor="ctr" anchorCtr="1">
            <a:spAutoFit/>
          </a:bodyPr>
          <a:lstStyle/>
          <a:p>
            <a:pPr marL="144000" algn="ctr" rtl="1"/>
            <a:r>
              <a:rPr lang="fa-IR" sz="3600" b="1" dirty="0">
                <a:solidFill>
                  <a:srgbClr val="374183"/>
                </a:solidFill>
                <a:ea typeface="+mj-ea"/>
                <a:cs typeface="B Mitra" panose="00000400000000000000" pitchFamily="2" charset="-78"/>
              </a:rPr>
              <a:t>معرفی و آموزش سیستم بازاریابی مدرن در خانه زیبایی مریم روشن</a:t>
            </a:r>
          </a:p>
          <a:p>
            <a:pPr marL="144000" algn="ctr" rtl="1"/>
            <a:endParaRPr lang="fa-IR" sz="4000" b="1" dirty="0">
              <a:solidFill>
                <a:srgbClr val="374183"/>
              </a:solidFill>
              <a:ea typeface="+mj-ea"/>
              <a:cs typeface="B Mitra" panose="00000400000000000000" pitchFamily="2" charset="-78"/>
            </a:endParaRPr>
          </a:p>
          <a:p>
            <a:pPr marL="144000" algn="ctr" rtl="1"/>
            <a:r>
              <a:rPr lang="fa-IR" sz="3600" b="1" dirty="0">
                <a:solidFill>
                  <a:srgbClr val="374183"/>
                </a:solidFill>
                <a:ea typeface="+mj-ea"/>
                <a:cs typeface="B Mitra" panose="00000400000000000000" pitchFamily="2" charset="-78"/>
              </a:rPr>
              <a:t>"رویکرد سفر مشتری"</a:t>
            </a:r>
          </a:p>
          <a:p>
            <a:pPr marL="144000" algn="ctr" rtl="1"/>
            <a:endParaRPr lang="fa-IR" sz="4000" b="1" dirty="0">
              <a:solidFill>
                <a:srgbClr val="374183"/>
              </a:solidFill>
              <a:ea typeface="+mj-ea"/>
              <a:cs typeface="B Mitra" panose="00000400000000000000" pitchFamily="2" charset="-78"/>
            </a:endParaRPr>
          </a:p>
          <a:p>
            <a:pPr marL="144000" algn="ctr" rtl="1"/>
            <a:r>
              <a:rPr lang="fa-IR" sz="2800" b="1" dirty="0">
                <a:solidFill>
                  <a:srgbClr val="374183"/>
                </a:solidFill>
                <a:ea typeface="+mj-ea"/>
                <a:cs typeface="B Mitra" panose="00000400000000000000" pitchFamily="2" charset="-78"/>
              </a:rPr>
              <a:t>آبان ماه 1404</a:t>
            </a:r>
            <a:endParaRPr lang="en-US" sz="2800" b="1" dirty="0">
              <a:solidFill>
                <a:srgbClr val="374183"/>
              </a:solidFill>
              <a:ea typeface="+mj-ea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5078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موضوعات جلسه</a:t>
            </a:r>
            <a:endParaRPr lang="en-US" sz="40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9BE7EFA-9766-FB70-B038-6E764047E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1137190"/>
              </p:ext>
            </p:extLst>
          </p:nvPr>
        </p:nvGraphicFramePr>
        <p:xfrm>
          <a:off x="1695115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6246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الف) / مفهوم بازاریابی- </a:t>
            </a:r>
            <a:r>
              <a:rPr lang="fa-IR" sz="28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بازاریابی چیه؟-مفاهیم کلاسیک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800C284D-7F7D-55A6-CAE6-641ED0E8EC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722978"/>
              </p:ext>
            </p:extLst>
          </p:nvPr>
        </p:nvGraphicFramePr>
        <p:xfrm>
          <a:off x="559333" y="1120245"/>
          <a:ext cx="1117386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888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الف) / مفهوم بازاریابی- </a:t>
            </a:r>
            <a:r>
              <a:rPr lang="fa-IR" sz="28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بازاریابی احساسی به روش مریم روشن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4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A07997F-C2D6-8059-2774-8304DA5712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5868435"/>
              </p:ext>
            </p:extLst>
          </p:nvPr>
        </p:nvGraphicFramePr>
        <p:xfrm>
          <a:off x="1998846" y="120092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5385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الف) / مفهوم بازاریابی</a:t>
            </a:r>
            <a:endParaRPr lang="fa-IR" sz="2800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5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896A9B3-4FA7-443F-1546-BB35072CF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1102771"/>
              </p:ext>
            </p:extLst>
          </p:nvPr>
        </p:nvGraphicFramePr>
        <p:xfrm>
          <a:off x="203200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0459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الف) اهمیت سیستم بازاریابی- </a:t>
            </a:r>
            <a:r>
              <a:rPr lang="fa-IR" sz="28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سیستم سازی به زبان ساده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6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4FC9497-D80A-4B5A-0138-ED3B1B48A1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6635323"/>
              </p:ext>
            </p:extLst>
          </p:nvPr>
        </p:nvGraphicFramePr>
        <p:xfrm>
          <a:off x="525912" y="1216323"/>
          <a:ext cx="1120728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87931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الف) اهمیت سیستم بازاریابی- </a:t>
            </a:r>
            <a:r>
              <a:rPr lang="fa-IR" sz="12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شرط لازم، کار درست رو یاد بگیریم/ شرط کافی، کار رو درست انجام بدیم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7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32AC370-7091-2589-3A74-104AB7C0CA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6958033"/>
              </p:ext>
            </p:extLst>
          </p:nvPr>
        </p:nvGraphicFramePr>
        <p:xfrm>
          <a:off x="1854199" y="1050635"/>
          <a:ext cx="8512209" cy="5610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683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الف) هدف سیستم بازاریابی- </a:t>
            </a:r>
            <a:r>
              <a:rPr lang="fa-IR" sz="28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اهداف کلی بازاریابی در مجموعه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5B8E44D-EE8D-6B5D-3EF3-F00CF0BEF5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6857864"/>
              </p:ext>
            </p:extLst>
          </p:nvPr>
        </p:nvGraphicFramePr>
        <p:xfrm>
          <a:off x="963595" y="1054349"/>
          <a:ext cx="1051934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AFB824-9D9A-46DE-C44E-3FFD47872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90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الف) هدف سیستم بازاریابی- </a:t>
            </a:r>
            <a:r>
              <a:rPr lang="fa-IR" sz="28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اهداف کلی بازاریابی در مجموعه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AE25A-250F-81DC-09F9-75CAC743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EEB6FD-A54D-FA3A-53B4-FECB5B3ECC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8105270"/>
              </p:ext>
            </p:extLst>
          </p:nvPr>
        </p:nvGraphicFramePr>
        <p:xfrm>
          <a:off x="203200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1773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مراحل سفر مشتری</a:t>
            </a:r>
            <a:endParaRPr lang="en-US" sz="28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10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E02E23B-B9BF-5563-A9A1-017B80EE7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3443877"/>
              </p:ext>
            </p:extLst>
          </p:nvPr>
        </p:nvGraphicFramePr>
        <p:xfrm>
          <a:off x="672164" y="1041010"/>
          <a:ext cx="10847671" cy="5282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0311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نقاط تماس/ نقاط درد</a:t>
            </a:r>
            <a:endParaRPr lang="fa-IR" sz="28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11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FBC52C5-6C7E-9536-FB67-23818AB016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8670889"/>
              </p:ext>
            </p:extLst>
          </p:nvPr>
        </p:nvGraphicFramePr>
        <p:xfrm>
          <a:off x="464151" y="1025680"/>
          <a:ext cx="11326795" cy="3998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0E07F7-C82E-2AE2-797E-E38C7A304A52}"/>
              </a:ext>
            </a:extLst>
          </p:cNvPr>
          <p:cNvSpPr txBox="1"/>
          <p:nvPr/>
        </p:nvSpPr>
        <p:spPr>
          <a:xfrm>
            <a:off x="519766" y="4995518"/>
            <a:ext cx="11203807" cy="1446550"/>
          </a:xfrm>
          <a:prstGeom prst="rect">
            <a:avLst/>
          </a:prstGeom>
          <a:solidFill>
            <a:srgbClr val="B9BFE1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fa-IR" sz="2800" b="1" dirty="0">
                <a:solidFill>
                  <a:srgbClr val="000066"/>
                </a:solidFill>
                <a:cs typeface="B Mitra" panose="00000400000000000000" pitchFamily="2" charset="-78"/>
              </a:rPr>
              <a:t>هدف از طراحی </a:t>
            </a:r>
            <a:r>
              <a:rPr lang="fa-IR" sz="2800" b="1" u="sng" dirty="0">
                <a:solidFill>
                  <a:srgbClr val="5A2837"/>
                </a:solidFill>
                <a:cs typeface="B Mitra" panose="00000400000000000000" pitchFamily="2" charset="-78"/>
              </a:rPr>
              <a:t>مراحل</a:t>
            </a:r>
            <a:r>
              <a:rPr lang="fa-IR" sz="2800" b="1" dirty="0">
                <a:solidFill>
                  <a:srgbClr val="000066"/>
                </a:solidFill>
                <a:cs typeface="B Mitra" panose="00000400000000000000" pitchFamily="2" charset="-78"/>
              </a:rPr>
              <a:t> سفر مشتری:</a:t>
            </a:r>
          </a:p>
          <a:p>
            <a:pPr algn="ctr" rtl="1"/>
            <a:r>
              <a:rPr lang="fa-IR" sz="3200" dirty="0">
                <a:solidFill>
                  <a:srgbClr val="000066"/>
                </a:solidFill>
                <a:cs typeface="B Mitra" panose="00000400000000000000" pitchFamily="2" charset="-78"/>
              </a:rPr>
              <a:t> </a:t>
            </a:r>
            <a:r>
              <a:rPr lang="fa-IR" sz="2800" dirty="0">
                <a:solidFill>
                  <a:srgbClr val="000066"/>
                </a:solidFill>
                <a:cs typeface="B Mitra" panose="00000400000000000000" pitchFamily="2" charset="-78"/>
              </a:rPr>
              <a:t>تهیه یک برنامه عملی برای تک تک </a:t>
            </a:r>
            <a:r>
              <a:rPr lang="fa-IR" sz="2800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Mitra" panose="00000400000000000000" pitchFamily="2" charset="-78"/>
              </a:rPr>
              <a:t>نقاط تماس / نقاط ترس یا درد (تجارب) </a:t>
            </a:r>
            <a:r>
              <a:rPr lang="fa-IR" sz="2800" dirty="0">
                <a:solidFill>
                  <a:srgbClr val="000066"/>
                </a:solidFill>
                <a:cs typeface="B Mitra" panose="00000400000000000000" pitchFamily="2" charset="-78"/>
              </a:rPr>
              <a:t>مخاطب هدف یا مشتری از مرحله اول تا مرحله آخر، هر تجربه ای تو هر مرحله، بخشی از سفر مشتری میشه.</a:t>
            </a:r>
          </a:p>
        </p:txBody>
      </p:sp>
    </p:spTree>
    <p:extLst>
      <p:ext uri="{BB962C8B-B14F-4D97-AF65-F5344CB8AC3E}">
        <p14:creationId xmlns:p14="http://schemas.microsoft.com/office/powerpoint/2010/main" val="55901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الف) اهمیت سیستم بازاریابی- </a:t>
            </a:r>
            <a:r>
              <a:rPr lang="fa-IR" sz="2800" b="1" dirty="0">
                <a:solidFill>
                  <a:srgbClr val="374183"/>
                </a:solidFill>
                <a:latin typeface="+mn-lt"/>
                <a:cs typeface="B Mitra" panose="00000400000000000000" pitchFamily="2" charset="-78"/>
              </a:rPr>
              <a:t>شناخت و تحلیل بازار هدف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12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5A64F62-2373-47E1-0A48-76FB61388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3844879"/>
              </p:ext>
            </p:extLst>
          </p:nvPr>
        </p:nvGraphicFramePr>
        <p:xfrm>
          <a:off x="251318" y="1027672"/>
          <a:ext cx="1168400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Left Brace 1">
            <a:extLst>
              <a:ext uri="{FF2B5EF4-FFF2-40B4-BE49-F238E27FC236}">
                <a16:creationId xmlns:a16="http://schemas.microsoft.com/office/drawing/2014/main" id="{0CAF0EDC-02FF-F7C8-CDE0-07C8C05C775C}"/>
              </a:ext>
            </a:extLst>
          </p:cNvPr>
          <p:cNvSpPr/>
          <p:nvPr/>
        </p:nvSpPr>
        <p:spPr>
          <a:xfrm>
            <a:off x="9355756" y="3378465"/>
            <a:ext cx="606391" cy="2528863"/>
          </a:xfrm>
          <a:prstGeom prst="leftBrace">
            <a:avLst/>
          </a:prstGeom>
          <a:ln>
            <a:solidFill>
              <a:srgbClr val="5A283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81D11-2824-1F84-E720-6574F00A715A}"/>
              </a:ext>
            </a:extLst>
          </p:cNvPr>
          <p:cNvSpPr txBox="1"/>
          <p:nvPr/>
        </p:nvSpPr>
        <p:spPr>
          <a:xfrm>
            <a:off x="9941598" y="3984452"/>
            <a:ext cx="1985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dirty="0">
                <a:solidFill>
                  <a:srgbClr val="5A2837"/>
                </a:solidFill>
                <a:cs typeface="B Mitra" panose="00000400000000000000" pitchFamily="2" charset="-78"/>
              </a:rPr>
              <a:t>مشتریان راغب / کنجکاو / هیجان زده / عجله / اصرارداره</a:t>
            </a:r>
          </a:p>
          <a:p>
            <a:pPr algn="ctr" rtl="1"/>
            <a:r>
              <a:rPr lang="fa-IR" sz="2000" dirty="0">
                <a:solidFill>
                  <a:srgbClr val="5A2837"/>
                </a:solidFill>
                <a:cs typeface="B Mitra" panose="00000400000000000000" pitchFamily="2" charset="-78"/>
              </a:rPr>
              <a:t> </a:t>
            </a:r>
            <a:endParaRPr lang="en-US" sz="2000" dirty="0">
              <a:solidFill>
                <a:srgbClr val="5A2837"/>
              </a:solidFill>
              <a:cs typeface="B Mitra" panose="00000400000000000000" pitchFamily="2" charset="-78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BD5E4A56-5B07-E1C4-BB5E-D48AEFB4113F}"/>
              </a:ext>
            </a:extLst>
          </p:cNvPr>
          <p:cNvSpPr/>
          <p:nvPr/>
        </p:nvSpPr>
        <p:spPr>
          <a:xfrm>
            <a:off x="9355755" y="1369284"/>
            <a:ext cx="606391" cy="1964679"/>
          </a:xfrm>
          <a:prstGeom prst="leftBrace">
            <a:avLst/>
          </a:prstGeom>
          <a:ln>
            <a:solidFill>
              <a:srgbClr val="5A283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D6B7-2506-0D58-A946-7948FAB49ADC}"/>
              </a:ext>
            </a:extLst>
          </p:cNvPr>
          <p:cNvSpPr txBox="1"/>
          <p:nvPr/>
        </p:nvSpPr>
        <p:spPr>
          <a:xfrm>
            <a:off x="9931100" y="1719746"/>
            <a:ext cx="19850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2000" dirty="0">
                <a:solidFill>
                  <a:srgbClr val="5A2837"/>
                </a:solidFill>
                <a:cs typeface="B Mitra" panose="00000400000000000000" pitchFamily="2" charset="-78"/>
              </a:rPr>
              <a:t>مشتریان مردد / ترس / ناآگاه / زخم خورده / بدون رغبت / مایوس /  نامتقاعد</a:t>
            </a:r>
            <a:endParaRPr lang="en-US" sz="2000" dirty="0">
              <a:solidFill>
                <a:srgbClr val="5A2837"/>
              </a:solidFill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63669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1800" b="1" dirty="0">
                <a:solidFill>
                  <a:srgbClr val="374183"/>
                </a:solidFill>
                <a:cs typeface="B Mitra" panose="00000400000000000000" pitchFamily="2" charset="-78"/>
              </a:rPr>
              <a:t>رفتارشناسی مخاطب/مشتری بی رغبت</a:t>
            </a:r>
            <a:endParaRPr lang="fa-IR" sz="18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13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8D861E9-E003-6787-F238-88BDC26F11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156532"/>
              </p:ext>
            </p:extLst>
          </p:nvPr>
        </p:nvGraphicFramePr>
        <p:xfrm>
          <a:off x="385010" y="1120246"/>
          <a:ext cx="11444437" cy="5236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79626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1800" b="1" dirty="0">
                <a:solidFill>
                  <a:srgbClr val="374183"/>
                </a:solidFill>
                <a:cs typeface="B Mitra" panose="00000400000000000000" pitchFamily="2" charset="-78"/>
              </a:rPr>
              <a:t>اقدامات کلی برای مشتری بی رغبت</a:t>
            </a:r>
            <a:endParaRPr lang="fa-IR" sz="18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14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2F1735F-F649-3AE0-B8E8-7410751ABD9F}"/>
              </a:ext>
            </a:extLst>
          </p:cNvPr>
          <p:cNvSpPr txBox="1"/>
          <p:nvPr/>
        </p:nvSpPr>
        <p:spPr>
          <a:xfrm>
            <a:off x="345950" y="1227013"/>
            <a:ext cx="11509352" cy="4638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22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(نگاهِ کوچک ولی پیوسته)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en-US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— 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ارسال محتوای خیلی کوتاه و ارزش‌محور (نکته مراقبتی یا ترفند 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۲۰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ثانیه‌ای)</a:t>
            </a:r>
            <a:endParaRPr lang="en-US" sz="22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پیام واتساپ: «یه ترفند ساده برای حفظ نتیجه رنگ مو بعد از حمام — امتحان کردی؟</a:t>
            </a:r>
            <a:endParaRPr lang="en-US" sz="22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22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آموزش سبک و بدون فشار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en-US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— 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ارسال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ویدئوی 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۳۰–۶۰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ثانیه‌ای 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مراقبتی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endParaRPr lang="en-US" sz="22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استوری‌های کوتاه: «چطور 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۳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روز اول بعد از لمینت ازش محافظت کنی</a:t>
            </a:r>
            <a:r>
              <a:rPr lang="fa-IR" sz="2200" dirty="0">
                <a:solidFill>
                  <a:srgbClr val="374183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»</a:t>
            </a:r>
            <a:endParaRPr lang="en-US" sz="22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22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هدیه</a:t>
            </a:r>
            <a:r>
              <a:rPr lang="fa-IR" sz="22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22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کوچکِ ارزش‌آفرین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en-US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— 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هدیه ای از باب ایجاد ارتباط</a:t>
            </a:r>
            <a:endParaRPr lang="en-US" sz="22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ارسال لینک عضویت کلوپ با هدیه 300 هزار تومانی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22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دعوت به تجربه غیرفشارزا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en-US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— 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مینی‌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جلسه 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۱۵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دقیقه‌ای مشاوره رایگان (آنلاین یا تلفنی)</a:t>
            </a:r>
            <a:endParaRPr lang="en-US" sz="22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«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۱۵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دقیقه مشاوره رایگان پوست برای انتخاب فیشیال مناسب</a:t>
            </a:r>
            <a:r>
              <a:rPr lang="fa-IR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»</a:t>
            </a:r>
            <a:endParaRPr lang="en-US" sz="22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22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ری‌تارگت و نگاه تحلیلی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en-US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—</a:t>
            </a: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ارسال پیام‌های شخصی‌سازی شده در فواصل مناسب (هر 45–60 روز) با محتوای مرتبط با نیازِ آن فرد</a:t>
            </a:r>
            <a:r>
              <a:rPr lang="en-US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</a:p>
          <a:p>
            <a:pPr marL="742950" lvl="1" indent="-285750" algn="r" rtl="1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ar-SA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اگر مشتری قبلاً فقط براشینگ گرفته، پیگیری ارسال محتوای مرتبط با مراقبت مو</a:t>
            </a:r>
            <a:r>
              <a:rPr lang="en-US" sz="22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3539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</a:t>
            </a:r>
            <a:r>
              <a:rPr lang="fa-IR" sz="2800" b="1" u="sng" dirty="0">
                <a:solidFill>
                  <a:srgbClr val="374183"/>
                </a:solidFill>
                <a:cs typeface="B Mitra" panose="00000400000000000000" pitchFamily="2" charset="-78"/>
              </a:rPr>
              <a:t>غریبه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 با برند</a:t>
            </a:r>
            <a:endParaRPr lang="en-US" sz="28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15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E02E23B-B9BF-5563-A9A1-017B80EE7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3061042"/>
              </p:ext>
            </p:extLst>
          </p:nvPr>
        </p:nvGraphicFramePr>
        <p:xfrm>
          <a:off x="672164" y="1041010"/>
          <a:ext cx="10847671" cy="5282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9268BE78-A892-DD7F-CD77-3112B4149D2D}"/>
              </a:ext>
            </a:extLst>
          </p:cNvPr>
          <p:cNvSpPr/>
          <p:nvPr/>
        </p:nvSpPr>
        <p:spPr>
          <a:xfrm>
            <a:off x="1164653" y="2233062"/>
            <a:ext cx="1164656" cy="1578542"/>
          </a:xfrm>
          <a:prstGeom prst="downArrow">
            <a:avLst>
              <a:gd name="adj1" fmla="val 59918"/>
              <a:gd name="adj2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45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</a:t>
            </a:r>
            <a:r>
              <a:rPr lang="fa-IR" sz="2800" b="1" u="sng" dirty="0">
                <a:solidFill>
                  <a:srgbClr val="374183"/>
                </a:solidFill>
                <a:cs typeface="B Mitra" panose="00000400000000000000" pitchFamily="2" charset="-78"/>
              </a:rPr>
              <a:t>غریبه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 با برند</a:t>
            </a:r>
            <a:endParaRPr lang="fa-IR" sz="28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AE25A-250F-81DC-09F9-75CAC743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EEB6FD-A54D-FA3A-53B4-FECB5B3ECC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0749519"/>
              </p:ext>
            </p:extLst>
          </p:nvPr>
        </p:nvGraphicFramePr>
        <p:xfrm>
          <a:off x="203200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9309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</a:t>
            </a:r>
            <a:r>
              <a:rPr lang="fa-IR" sz="2800" b="1" u="sng" dirty="0">
                <a:solidFill>
                  <a:srgbClr val="374183"/>
                </a:solidFill>
                <a:cs typeface="B Mitra" panose="00000400000000000000" pitchFamily="2" charset="-78"/>
              </a:rPr>
              <a:t>غریبه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 با برند/هدف کلی</a:t>
            </a:r>
            <a:endParaRPr lang="en-US" sz="28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17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90C704-3E1E-1422-E441-DCD19EE53B86}"/>
              </a:ext>
            </a:extLst>
          </p:cNvPr>
          <p:cNvSpPr txBox="1"/>
          <p:nvPr/>
        </p:nvSpPr>
        <p:spPr>
          <a:xfrm>
            <a:off x="289202" y="1213822"/>
            <a:ext cx="11655747" cy="461665"/>
          </a:xfrm>
          <a:prstGeom prst="rect">
            <a:avLst/>
          </a:prstGeom>
          <a:solidFill>
            <a:srgbClr val="D49CAD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SA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مشتری هنوز هیچ شناختی از سالن ما نداره، حتی ممکنه مشکل خودش رو هم ندونه</a:t>
            </a:r>
            <a:r>
              <a:rPr lang="fa-IR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، یا اصلا ندونه که نیاز داره</a:t>
            </a:r>
            <a:endParaRPr lang="en-US" sz="24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4936C14-FD51-C5CE-9E0F-88873E083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266958"/>
              </p:ext>
            </p:extLst>
          </p:nvPr>
        </p:nvGraphicFramePr>
        <p:xfrm>
          <a:off x="182216" y="2229496"/>
          <a:ext cx="11808000" cy="4203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02804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200" b="1" dirty="0">
                <a:solidFill>
                  <a:srgbClr val="374183"/>
                </a:solidFill>
                <a:cs typeface="B Mitra" panose="00000400000000000000" pitchFamily="2" charset="-78"/>
              </a:rPr>
              <a:t>نقاط تماس </a:t>
            </a:r>
            <a:r>
              <a:rPr lang="fa-IR" sz="2200" b="1" u="sng" dirty="0">
                <a:solidFill>
                  <a:srgbClr val="374183"/>
                </a:solidFill>
                <a:cs typeface="B Mitra" panose="00000400000000000000" pitchFamily="2" charset="-78"/>
              </a:rPr>
              <a:t>غریبه</a:t>
            </a:r>
            <a:r>
              <a:rPr lang="fa-IR" sz="2200" b="1" dirty="0">
                <a:solidFill>
                  <a:srgbClr val="374183"/>
                </a:solidFill>
                <a:cs typeface="B Mitra" panose="00000400000000000000" pitchFamily="2" charset="-78"/>
              </a:rPr>
              <a:t> با برند-ابزار و اقدام؟</a:t>
            </a:r>
            <a:endParaRPr lang="en-US" sz="22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18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46E1AB-6E86-E20C-C5E2-85F969E75E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0918799"/>
              </p:ext>
            </p:extLst>
          </p:nvPr>
        </p:nvGraphicFramePr>
        <p:xfrm>
          <a:off x="189829" y="1050635"/>
          <a:ext cx="11807999" cy="4899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028AADE-50F7-EA40-016F-FA6B8538F5BC}"/>
              </a:ext>
            </a:extLst>
          </p:cNvPr>
          <p:cNvSpPr txBox="1"/>
          <p:nvPr/>
        </p:nvSpPr>
        <p:spPr>
          <a:xfrm>
            <a:off x="1220805" y="6023427"/>
            <a:ext cx="9750391" cy="430887"/>
          </a:xfrm>
          <a:prstGeom prst="rect">
            <a:avLst/>
          </a:prstGeom>
          <a:solidFill>
            <a:srgbClr val="D49CAD"/>
          </a:solidFill>
        </p:spPr>
        <p:txBody>
          <a:bodyPr wrap="square" rtlCol="0" anchor="b">
            <a:spAutoFit/>
          </a:bodyPr>
          <a:lstStyle/>
          <a:p>
            <a:pPr algn="ctr" rtl="1"/>
            <a:r>
              <a:rPr lang="fa-IR" sz="2200" dirty="0">
                <a:solidFill>
                  <a:srgbClr val="002060"/>
                </a:solidFill>
                <a:cs typeface="B Mitra" panose="00000400000000000000" pitchFamily="2" charset="-78"/>
              </a:rPr>
              <a:t>رویه سالن/پرسنل در این مرحله چگونه است؟ نقش و اقداماتی که انجام میدیم؟ کیفیت اقدامی که انجام میدیم چگونه است؟</a:t>
            </a:r>
            <a:endParaRPr lang="en-US" sz="22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sp>
        <p:nvSpPr>
          <p:cNvPr id="5" name="Action Button: Go Back or Previous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4C50A70-9DBC-BCD1-2184-63FF3BCF5B8A}"/>
              </a:ext>
            </a:extLst>
          </p:cNvPr>
          <p:cNvSpPr/>
          <p:nvPr/>
        </p:nvSpPr>
        <p:spPr>
          <a:xfrm>
            <a:off x="10099352" y="3177818"/>
            <a:ext cx="606392" cy="644893"/>
          </a:xfrm>
          <a:prstGeom prst="actionButtonBackPrevious">
            <a:avLst/>
          </a:prstGeo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12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200" b="1" dirty="0">
                <a:solidFill>
                  <a:srgbClr val="374183"/>
                </a:solidFill>
                <a:cs typeface="B Mitra" panose="00000400000000000000" pitchFamily="2" charset="-78"/>
              </a:rPr>
              <a:t>جستجو در مرورگرها</a:t>
            </a:r>
            <a:endParaRPr lang="en-US" sz="22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19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8550631-9427-B1CB-EDCE-4EA565CCE1D1}"/>
              </a:ext>
            </a:extLst>
          </p:cNvPr>
          <p:cNvSpPr txBox="1"/>
          <p:nvPr/>
        </p:nvSpPr>
        <p:spPr>
          <a:xfrm>
            <a:off x="636599" y="1480946"/>
            <a:ext cx="10804034" cy="3854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نکته کلیدی</a:t>
            </a:r>
            <a:r>
              <a:rPr lang="en-US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: </a:t>
            </a:r>
            <a:r>
              <a:rPr lang="ar-SA" sz="24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مشتریان محلی غالباً از گوگل و نتایج وب (شامل سایت، نقشه و ریویوها) برای پیدا کردن کسب‌وکارها استفاده می‌کنند — سهمِ این کانال معمولاً از اینستاگرام در کشف کسب‌وکارهای محلی بیشتر است</a:t>
            </a:r>
            <a:r>
              <a:rPr lang="en-US" sz="24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r>
              <a:rPr lang="en-US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en-US" sz="2400" u="sng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BrightLocal+1</a:t>
            </a:r>
            <a:endParaRPr lang="fa-IR" sz="2400" u="sng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marR="0" lvl="0" indent="-342900" algn="just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  <a:defRPr/>
            </a:pPr>
            <a:r>
              <a:rPr kumimoji="0" lang="ar-SA" sz="2400" b="0" i="0" u="none" strike="noStrike" kern="1200" cap="none" spc="0" normalizeH="0" baseline="0" noProof="0" dirty="0">
                <a:ln>
                  <a:noFill/>
                </a:ln>
                <a:solidFill>
                  <a:srgbClr val="37418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وب‌سایت و پروفایل گوگل، اولین درِ ورودی‌اند — بیشترِ مشتریان محلی برای پیدا کردن و ارزیابی یک سالن، سراغ گوگل می‌روند نه فقط اینستاگرام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7418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 </a:t>
            </a:r>
            <a:r>
              <a:rPr kumimoji="0" lang="en-US" sz="2400" b="0" i="0" u="sng" strike="noStrike" kern="1200" cap="none" spc="0" normalizeH="0" baseline="0" noProof="0" dirty="0" err="1">
                <a:ln>
                  <a:noFill/>
                </a:ln>
                <a:solidFill>
                  <a:srgbClr val="374183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BrightLocal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374183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lvl="0" indent="-342900" algn="just" rtl="1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ar-SA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دلیل عملی</a:t>
            </a:r>
            <a:r>
              <a:rPr lang="fa-IR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: </a:t>
            </a:r>
            <a:r>
              <a:rPr lang="ar-SA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وب‌سایت امکان ارائه اطلاعات کامل (خدمات، </a:t>
            </a:r>
            <a:r>
              <a:rPr lang="fa-IR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مطالعات تازه ترین ها و مقالات مرتبط با نیاز کاربر، </a:t>
            </a:r>
            <a:r>
              <a:rPr lang="fa-IR" sz="2400" dirty="0">
                <a:solidFill>
                  <a:srgbClr val="374183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مشاوره آنلاین و سریع</a:t>
            </a:r>
            <a:r>
              <a:rPr lang="ar-SA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،</a:t>
            </a:r>
            <a:r>
              <a:rPr lang="fa-IR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اتصالات سریع به صفحات مختلف، دسترسی به محتواهای متنی تخصصی، نظرات واقعی کاربران،</a:t>
            </a:r>
            <a:r>
              <a:rPr lang="ar-SA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آدرس، تماس، سؤالات متداول و </a:t>
            </a:r>
            <a:r>
              <a:rPr lang="fa-IR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مشاوره های مراقبتی</a:t>
            </a:r>
            <a:r>
              <a:rPr lang="fa-IR" sz="2400" dirty="0">
                <a:solidFill>
                  <a:srgbClr val="374183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و </a:t>
            </a:r>
            <a:r>
              <a:rPr lang="ar-SA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گرفتن ریویو/نقشه را می‌دهد</a:t>
            </a:r>
            <a:r>
              <a:rPr lang="fa-IR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)</a:t>
            </a:r>
            <a:r>
              <a:rPr lang="ar-SA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— </a:t>
            </a:r>
            <a:r>
              <a:rPr lang="fa-IR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اطلاعاتی</a:t>
            </a:r>
            <a:r>
              <a:rPr lang="ar-SA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که اینستاگرام </a:t>
            </a:r>
            <a:r>
              <a:rPr lang="fa-IR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امکان </a:t>
            </a:r>
            <a:r>
              <a:rPr lang="ar-SA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پوشش </a:t>
            </a:r>
            <a:r>
              <a:rPr lang="fa-IR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دادنش را ندارد. </a:t>
            </a:r>
            <a:r>
              <a:rPr lang="en-US" sz="24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 </a:t>
            </a:r>
            <a:r>
              <a:rPr lang="en-US" sz="2400" u="sng" dirty="0" err="1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BrightLocal</a:t>
            </a:r>
            <a:endParaRPr lang="en-US" sz="24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70468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</a:t>
            </a:r>
            <a:r>
              <a:rPr lang="fa-IR" sz="2800" b="1" u="sng" dirty="0">
                <a:solidFill>
                  <a:srgbClr val="374183"/>
                </a:solidFill>
                <a:cs typeface="B Mitra" panose="00000400000000000000" pitchFamily="2" charset="-78"/>
              </a:rPr>
              <a:t>آشنایی و توجه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 به برند</a:t>
            </a:r>
            <a:endParaRPr lang="en-US" sz="28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20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E02E23B-B9BF-5563-A9A1-017B80EE7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5437681"/>
              </p:ext>
            </p:extLst>
          </p:nvPr>
        </p:nvGraphicFramePr>
        <p:xfrm>
          <a:off x="672164" y="1041010"/>
          <a:ext cx="10847671" cy="5282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9268BE78-A892-DD7F-CD77-3112B4149D2D}"/>
              </a:ext>
            </a:extLst>
          </p:cNvPr>
          <p:cNvSpPr/>
          <p:nvPr/>
        </p:nvSpPr>
        <p:spPr>
          <a:xfrm>
            <a:off x="3330337" y="1607415"/>
            <a:ext cx="1164656" cy="1578542"/>
          </a:xfrm>
          <a:prstGeom prst="downArrow">
            <a:avLst>
              <a:gd name="adj1" fmla="val 59918"/>
              <a:gd name="adj2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0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</a:t>
            </a:r>
            <a:r>
              <a:rPr lang="fa-IR" sz="2800" b="1" u="sng" dirty="0">
                <a:solidFill>
                  <a:srgbClr val="374183"/>
                </a:solidFill>
                <a:cs typeface="B Mitra" panose="00000400000000000000" pitchFamily="2" charset="-78"/>
              </a:rPr>
              <a:t>آشنایی و توجه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 به برند</a:t>
            </a:r>
            <a:endParaRPr lang="fa-IR" sz="28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AE25A-250F-81DC-09F9-75CAC743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EEB6FD-A54D-FA3A-53B4-FECB5B3ECC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85995"/>
              </p:ext>
            </p:extLst>
          </p:nvPr>
        </p:nvGraphicFramePr>
        <p:xfrm>
          <a:off x="203200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85242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</a:t>
            </a:r>
            <a:r>
              <a:rPr lang="fa-IR" sz="2800" b="1" u="sng" dirty="0">
                <a:solidFill>
                  <a:srgbClr val="374183"/>
                </a:solidFill>
                <a:cs typeface="B Mitra" panose="00000400000000000000" pitchFamily="2" charset="-78"/>
              </a:rPr>
              <a:t>آشنایی و توجه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 به برند</a:t>
            </a:r>
            <a:endParaRPr lang="en-US" sz="28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22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90C704-3E1E-1422-E441-DCD19EE53B86}"/>
              </a:ext>
            </a:extLst>
          </p:cNvPr>
          <p:cNvSpPr txBox="1"/>
          <p:nvPr/>
        </p:nvSpPr>
        <p:spPr>
          <a:xfrm>
            <a:off x="289202" y="1213822"/>
            <a:ext cx="11655747" cy="830997"/>
          </a:xfrm>
          <a:prstGeom prst="rect">
            <a:avLst/>
          </a:prstGeom>
          <a:solidFill>
            <a:srgbClr val="D49CAD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SA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مشتری حالا از وجود سالن ما مطلع شده، ولی هنوز شناخت کافی نداره و نمی‌دونه چرا باید ما رو انتخاب کنه</a:t>
            </a:r>
            <a:r>
              <a:rPr lang="fa-IR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، این مرحله یکی از مهمترین مراحله و نیازه به دل ربایی و دلبری ویژه داره</a:t>
            </a:r>
            <a:endParaRPr lang="en-US" sz="24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4936C14-FD51-C5CE-9E0F-88873E083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0029628"/>
              </p:ext>
            </p:extLst>
          </p:nvPr>
        </p:nvGraphicFramePr>
        <p:xfrm>
          <a:off x="182216" y="2229496"/>
          <a:ext cx="11808000" cy="4203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01740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</a:t>
            </a:r>
            <a:r>
              <a:rPr lang="fa-IR" sz="2800" b="1" u="sng" dirty="0">
                <a:solidFill>
                  <a:srgbClr val="374183"/>
                </a:solidFill>
                <a:cs typeface="B Mitra" panose="00000400000000000000" pitchFamily="2" charset="-78"/>
              </a:rPr>
              <a:t>آشنایی و توجه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 به برند</a:t>
            </a:r>
            <a:endParaRPr lang="en-US" sz="21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23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46E1AB-6E86-E20C-C5E2-85F969E75E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2517620"/>
              </p:ext>
            </p:extLst>
          </p:nvPr>
        </p:nvGraphicFramePr>
        <p:xfrm>
          <a:off x="189829" y="1050635"/>
          <a:ext cx="11807999" cy="4899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028AADE-50F7-EA40-016F-FA6B8538F5BC}"/>
              </a:ext>
            </a:extLst>
          </p:cNvPr>
          <p:cNvSpPr txBox="1"/>
          <p:nvPr/>
        </p:nvSpPr>
        <p:spPr>
          <a:xfrm>
            <a:off x="1220805" y="6023427"/>
            <a:ext cx="9750391" cy="430887"/>
          </a:xfrm>
          <a:prstGeom prst="rect">
            <a:avLst/>
          </a:prstGeom>
          <a:solidFill>
            <a:srgbClr val="D49CAD"/>
          </a:solidFill>
        </p:spPr>
        <p:txBody>
          <a:bodyPr wrap="square" rtlCol="0" anchor="b">
            <a:spAutoFit/>
          </a:bodyPr>
          <a:lstStyle/>
          <a:p>
            <a:pPr algn="ctr" rtl="1"/>
            <a:r>
              <a:rPr lang="fa-IR" sz="2200" dirty="0">
                <a:solidFill>
                  <a:srgbClr val="002060"/>
                </a:solidFill>
                <a:cs typeface="B Mitra" panose="00000400000000000000" pitchFamily="2" charset="-78"/>
              </a:rPr>
              <a:t>رویه سالن/پرسنل در این مرحله چگونه است؟ نقش و اقداماتی که انجام میدیم؟ کیفیت اقدامی که انجام میدیم چگونه است؟</a:t>
            </a:r>
            <a:endParaRPr lang="en-US" sz="22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sp>
        <p:nvSpPr>
          <p:cNvPr id="5" name="Action Button: Go Back or Previous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908C7AC-1417-9293-AF25-708877014BD0}"/>
              </a:ext>
            </a:extLst>
          </p:cNvPr>
          <p:cNvSpPr/>
          <p:nvPr/>
        </p:nvSpPr>
        <p:spPr>
          <a:xfrm>
            <a:off x="10263739" y="4597160"/>
            <a:ext cx="606392" cy="644893"/>
          </a:xfrm>
          <a:prstGeom prst="actionButtonBackPrevious">
            <a:avLst/>
          </a:prstGeo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359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</a:t>
            </a:r>
            <a:r>
              <a:rPr lang="fa-IR" sz="2800" b="1" u="sng" dirty="0">
                <a:solidFill>
                  <a:srgbClr val="374183"/>
                </a:solidFill>
                <a:cs typeface="B Mitra" panose="00000400000000000000" pitchFamily="2" charset="-78"/>
              </a:rPr>
              <a:t>آشنایی و توجه</a:t>
            </a:r>
            <a:r>
              <a:rPr lang="fa-IR" sz="2800" b="1" dirty="0">
                <a:solidFill>
                  <a:srgbClr val="374183"/>
                </a:solidFill>
                <a:cs typeface="B Mitra" panose="00000400000000000000" pitchFamily="2" charset="-78"/>
              </a:rPr>
              <a:t> به برند</a:t>
            </a:r>
            <a:endParaRPr lang="en-US" sz="22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24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8493B2E-72B6-2DCC-5CF2-A47B1C3C2F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4962041"/>
              </p:ext>
            </p:extLst>
          </p:nvPr>
        </p:nvGraphicFramePr>
        <p:xfrm>
          <a:off x="264358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6752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اولین تجربه</a:t>
            </a:r>
            <a:endParaRPr lang="en-US" sz="25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25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E02E23B-B9BF-5563-A9A1-017B80EE7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2143016"/>
              </p:ext>
            </p:extLst>
          </p:nvPr>
        </p:nvGraphicFramePr>
        <p:xfrm>
          <a:off x="672164" y="1041010"/>
          <a:ext cx="10847671" cy="5282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9268BE78-A892-DD7F-CD77-3112B4149D2D}"/>
              </a:ext>
            </a:extLst>
          </p:cNvPr>
          <p:cNvSpPr/>
          <p:nvPr/>
        </p:nvSpPr>
        <p:spPr>
          <a:xfrm>
            <a:off x="5553764" y="1087649"/>
            <a:ext cx="1164656" cy="1578542"/>
          </a:xfrm>
          <a:prstGeom prst="downArrow">
            <a:avLst>
              <a:gd name="adj1" fmla="val 59918"/>
              <a:gd name="adj2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977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اولین تجربه</a:t>
            </a:r>
            <a:endParaRPr lang="fa-IR" sz="28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AE25A-250F-81DC-09F9-75CAC743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EEB6FD-A54D-FA3A-53B4-FECB5B3ECC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0347542"/>
              </p:ext>
            </p:extLst>
          </p:nvPr>
        </p:nvGraphicFramePr>
        <p:xfrm>
          <a:off x="203200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1153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اولین تجربه</a:t>
            </a:r>
            <a:endParaRPr lang="en-US" sz="28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27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90C704-3E1E-1422-E441-DCD19EE53B86}"/>
              </a:ext>
            </a:extLst>
          </p:cNvPr>
          <p:cNvSpPr txBox="1"/>
          <p:nvPr/>
        </p:nvSpPr>
        <p:spPr>
          <a:xfrm>
            <a:off x="289202" y="1213822"/>
            <a:ext cx="11655747" cy="461665"/>
          </a:xfrm>
          <a:prstGeom prst="rect">
            <a:avLst/>
          </a:prstGeom>
          <a:solidFill>
            <a:srgbClr val="D49CAD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SA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مشتری الان به سالن رسیده و تجربه واقعی از خدمات ما رو </a:t>
            </a:r>
            <a:r>
              <a:rPr lang="fa-IR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قراره تجربه کنه</a:t>
            </a:r>
            <a:endParaRPr lang="en-US" sz="24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4936C14-FD51-C5CE-9E0F-88873E083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8349350"/>
              </p:ext>
            </p:extLst>
          </p:nvPr>
        </p:nvGraphicFramePr>
        <p:xfrm>
          <a:off x="182216" y="2229496"/>
          <a:ext cx="11808000" cy="4203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6199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اولین تجربه</a:t>
            </a:r>
            <a:endParaRPr lang="en-US" sz="21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28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46E1AB-6E86-E20C-C5E2-85F969E75E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8947738"/>
              </p:ext>
            </p:extLst>
          </p:nvPr>
        </p:nvGraphicFramePr>
        <p:xfrm>
          <a:off x="189829" y="1050635"/>
          <a:ext cx="11807999" cy="4899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028AADE-50F7-EA40-016F-FA6B8538F5BC}"/>
              </a:ext>
            </a:extLst>
          </p:cNvPr>
          <p:cNvSpPr txBox="1"/>
          <p:nvPr/>
        </p:nvSpPr>
        <p:spPr>
          <a:xfrm>
            <a:off x="1220805" y="6023427"/>
            <a:ext cx="9750391" cy="430887"/>
          </a:xfrm>
          <a:prstGeom prst="rect">
            <a:avLst/>
          </a:prstGeom>
          <a:solidFill>
            <a:srgbClr val="D49CAD"/>
          </a:solidFill>
        </p:spPr>
        <p:txBody>
          <a:bodyPr wrap="square" rtlCol="0" anchor="b">
            <a:spAutoFit/>
          </a:bodyPr>
          <a:lstStyle/>
          <a:p>
            <a:pPr algn="ctr" rtl="1"/>
            <a:r>
              <a:rPr lang="fa-IR" sz="2200" dirty="0">
                <a:solidFill>
                  <a:srgbClr val="002060"/>
                </a:solidFill>
                <a:cs typeface="B Mitra" panose="00000400000000000000" pitchFamily="2" charset="-78"/>
              </a:rPr>
              <a:t>رویه سالن/پرسنل در این مرحله چگونه است؟ نقش و اقداماتی که انجام میدیم؟ کیفیت اقدامی که انجام میدیم چگونه است؟</a:t>
            </a:r>
            <a:endParaRPr lang="en-US" sz="22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sp>
        <p:nvSpPr>
          <p:cNvPr id="5" name="Action Button: Go Back or Previous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908C7AC-1417-9293-AF25-708877014BD0}"/>
              </a:ext>
            </a:extLst>
          </p:cNvPr>
          <p:cNvSpPr/>
          <p:nvPr/>
        </p:nvSpPr>
        <p:spPr>
          <a:xfrm>
            <a:off x="10263739" y="4597160"/>
            <a:ext cx="606392" cy="644893"/>
          </a:xfrm>
          <a:prstGeom prst="actionButtonBackPrevious">
            <a:avLst/>
          </a:prstGeo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744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srgbClr val="374183"/>
                </a:solidFill>
                <a:effectLst/>
                <a:uLnTx/>
                <a:uFillTx/>
                <a:latin typeface="Calibri Light" panose="020F0302020204030204"/>
                <a:ea typeface="+mj-ea"/>
                <a:cs typeface="B Mitra" panose="00000400000000000000" pitchFamily="2" charset="-78"/>
              </a:rPr>
              <a:t>ب) بازاریابی با رویکرد سفر مشتری- </a:t>
            </a:r>
            <a:r>
              <a:rPr kumimoji="0" lang="fa-IR" sz="2600" b="1" i="0" u="none" strike="noStrike" kern="1200" cap="none" spc="0" normalizeH="0" baseline="0" noProof="0" dirty="0">
                <a:ln>
                  <a:noFill/>
                </a:ln>
                <a:solidFill>
                  <a:srgbClr val="374183"/>
                </a:solidFill>
                <a:effectLst/>
                <a:uLnTx/>
                <a:uFillTx/>
                <a:latin typeface="Calibri Light" panose="020F0302020204030204"/>
                <a:ea typeface="+mj-ea"/>
                <a:cs typeface="B Mitra" panose="00000400000000000000" pitchFamily="2" charset="-78"/>
              </a:rPr>
              <a:t>سالن مریم روشن در نقشه</a:t>
            </a:r>
            <a:endParaRPr lang="en-US" sz="22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29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8493B2E-72B6-2DCC-5CF2-A47B1C3C2F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0680235"/>
              </p:ext>
            </p:extLst>
          </p:nvPr>
        </p:nvGraphicFramePr>
        <p:xfrm>
          <a:off x="264358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4517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رضایت و تکرار تجربه</a:t>
            </a:r>
            <a:endParaRPr lang="en-US" sz="25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30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E02E23B-B9BF-5563-A9A1-017B80EE7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532443"/>
              </p:ext>
            </p:extLst>
          </p:nvPr>
        </p:nvGraphicFramePr>
        <p:xfrm>
          <a:off x="672164" y="1041010"/>
          <a:ext cx="10847671" cy="5282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9268BE78-A892-DD7F-CD77-3112B4149D2D}"/>
              </a:ext>
            </a:extLst>
          </p:cNvPr>
          <p:cNvSpPr/>
          <p:nvPr/>
        </p:nvSpPr>
        <p:spPr>
          <a:xfrm rot="10800000">
            <a:off x="7873451" y="3866386"/>
            <a:ext cx="1164656" cy="1578542"/>
          </a:xfrm>
          <a:prstGeom prst="downArrow">
            <a:avLst>
              <a:gd name="adj1" fmla="val 59918"/>
              <a:gd name="adj2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3084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رضایت و تکرار تجربه</a:t>
            </a:r>
            <a:endParaRPr lang="fa-IR" sz="28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AE25A-250F-81DC-09F9-75CAC743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EEB6FD-A54D-FA3A-53B4-FECB5B3ECC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8722175"/>
              </p:ext>
            </p:extLst>
          </p:nvPr>
        </p:nvGraphicFramePr>
        <p:xfrm>
          <a:off x="203200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367024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رضایت و تکرار تجربه</a:t>
            </a:r>
            <a:endParaRPr lang="en-US" sz="28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32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90C704-3E1E-1422-E441-DCD19EE53B86}"/>
              </a:ext>
            </a:extLst>
          </p:cNvPr>
          <p:cNvSpPr txBox="1"/>
          <p:nvPr/>
        </p:nvSpPr>
        <p:spPr>
          <a:xfrm>
            <a:off x="289202" y="1213822"/>
            <a:ext cx="11655747" cy="461665"/>
          </a:xfrm>
          <a:prstGeom prst="rect">
            <a:avLst/>
          </a:prstGeom>
          <a:solidFill>
            <a:srgbClr val="D49CAD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SA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مشتری حالا نه فقط برمی‌گرده، بلکه عاشق تجربه با سالن می‌شه و آماده است برند رو به دیگران معرفی کنه</a:t>
            </a:r>
            <a:endParaRPr lang="en-US" sz="24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4936C14-FD51-C5CE-9E0F-88873E083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4902666"/>
              </p:ext>
            </p:extLst>
          </p:nvPr>
        </p:nvGraphicFramePr>
        <p:xfrm>
          <a:off x="182216" y="2229496"/>
          <a:ext cx="11808000" cy="4203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3815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رضایت و تکرار تجربه</a:t>
            </a:r>
            <a:endParaRPr lang="en-US" sz="22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33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46E1AB-6E86-E20C-C5E2-85F969E75E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1558128"/>
              </p:ext>
            </p:extLst>
          </p:nvPr>
        </p:nvGraphicFramePr>
        <p:xfrm>
          <a:off x="189829" y="1050635"/>
          <a:ext cx="11807999" cy="4899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028AADE-50F7-EA40-016F-FA6B8538F5BC}"/>
              </a:ext>
            </a:extLst>
          </p:cNvPr>
          <p:cNvSpPr txBox="1"/>
          <p:nvPr/>
        </p:nvSpPr>
        <p:spPr>
          <a:xfrm>
            <a:off x="1220805" y="6023427"/>
            <a:ext cx="9750391" cy="430887"/>
          </a:xfrm>
          <a:prstGeom prst="rect">
            <a:avLst/>
          </a:prstGeom>
          <a:solidFill>
            <a:srgbClr val="D49CAD"/>
          </a:solidFill>
        </p:spPr>
        <p:txBody>
          <a:bodyPr wrap="square" rtlCol="0" anchor="b">
            <a:spAutoFit/>
          </a:bodyPr>
          <a:lstStyle/>
          <a:p>
            <a:pPr algn="ctr" rtl="1"/>
            <a:r>
              <a:rPr lang="fa-IR" sz="2200" dirty="0">
                <a:solidFill>
                  <a:srgbClr val="002060"/>
                </a:solidFill>
                <a:cs typeface="B Mitra" panose="00000400000000000000" pitchFamily="2" charset="-78"/>
              </a:rPr>
              <a:t>رویه سالن/پرسنل در این مرحله چگونه است؟ نقش و اقداماتی که انجام میدیم؟ کیفیت اقدامی که انجام میدیم چگونه است؟</a:t>
            </a:r>
            <a:endParaRPr lang="en-US" sz="22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D1DDC-7222-EA95-9F2D-8618AC0D75AE}"/>
              </a:ext>
            </a:extLst>
          </p:cNvPr>
          <p:cNvSpPr txBox="1"/>
          <p:nvPr/>
        </p:nvSpPr>
        <p:spPr>
          <a:xfrm>
            <a:off x="10303326" y="4095979"/>
            <a:ext cx="882849" cy="1477328"/>
          </a:xfrm>
          <a:prstGeom prst="rect">
            <a:avLst/>
          </a:prstGeo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b="1" dirty="0">
                <a:solidFill>
                  <a:srgbClr val="374183"/>
                </a:solidFill>
                <a:cs typeface="B Mitra" panose="00000400000000000000" pitchFamily="2" charset="-78"/>
              </a:rPr>
              <a:t>سیستم درگیری</a:t>
            </a:r>
          </a:p>
          <a:p>
            <a:pPr algn="ctr" rtl="1"/>
            <a:endParaRPr lang="fa-IR" b="1" dirty="0">
              <a:solidFill>
                <a:srgbClr val="374183"/>
              </a:solidFill>
              <a:cs typeface="B Mitra" panose="00000400000000000000" pitchFamily="2" charset="-78"/>
            </a:endParaRPr>
          </a:p>
          <a:p>
            <a:pPr algn="ctr" rtl="1"/>
            <a:r>
              <a:rPr lang="fa-IR" b="1" u="sng" dirty="0">
                <a:solidFill>
                  <a:srgbClr val="374183"/>
                </a:solidFill>
                <a:cs typeface="B Mitra" panose="00000400000000000000" pitchFamily="2" charset="-78"/>
              </a:rPr>
              <a:t>کلوپ مشتریان</a:t>
            </a:r>
            <a:endParaRPr lang="en-US" b="1" u="sng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67929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وفاداری و طرفداری</a:t>
            </a:r>
            <a:endParaRPr lang="en-US" sz="25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34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E02E23B-B9BF-5563-A9A1-017B80EE7A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8874457"/>
              </p:ext>
            </p:extLst>
          </p:nvPr>
        </p:nvGraphicFramePr>
        <p:xfrm>
          <a:off x="672164" y="1041010"/>
          <a:ext cx="10847671" cy="5282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Down 4">
            <a:extLst>
              <a:ext uri="{FF2B5EF4-FFF2-40B4-BE49-F238E27FC236}">
                <a16:creationId xmlns:a16="http://schemas.microsoft.com/office/drawing/2014/main" id="{9268BE78-A892-DD7F-CD77-3112B4149D2D}"/>
              </a:ext>
            </a:extLst>
          </p:cNvPr>
          <p:cNvSpPr/>
          <p:nvPr/>
        </p:nvSpPr>
        <p:spPr>
          <a:xfrm rot="10800000">
            <a:off x="10072113" y="3332138"/>
            <a:ext cx="1164656" cy="1578542"/>
          </a:xfrm>
          <a:prstGeom prst="downArrow">
            <a:avLst>
              <a:gd name="adj1" fmla="val 59918"/>
              <a:gd name="adj2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264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وفاداری و طرفداری</a:t>
            </a:r>
            <a:endParaRPr lang="fa-IR" sz="28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AE25A-250F-81DC-09F9-75CAC743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EEB6FD-A54D-FA3A-53B4-FECB5B3ECC08}"/>
              </a:ext>
            </a:extLst>
          </p:cNvPr>
          <p:cNvGraphicFramePr/>
          <p:nvPr/>
        </p:nvGraphicFramePr>
        <p:xfrm>
          <a:off x="203200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02500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وفاداری و طرفداری</a:t>
            </a:r>
            <a:endParaRPr lang="fa-IR" sz="28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AE25A-250F-81DC-09F9-75CAC743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EEB6FD-A54D-FA3A-53B4-FECB5B3ECC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1682694"/>
              </p:ext>
            </p:extLst>
          </p:nvPr>
        </p:nvGraphicFramePr>
        <p:xfrm>
          <a:off x="203200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8862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وفاداری و طرفداری</a:t>
            </a:r>
            <a:endParaRPr lang="en-US" sz="28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37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90C704-3E1E-1422-E441-DCD19EE53B86}"/>
              </a:ext>
            </a:extLst>
          </p:cNvPr>
          <p:cNvSpPr txBox="1"/>
          <p:nvPr/>
        </p:nvSpPr>
        <p:spPr>
          <a:xfrm>
            <a:off x="289202" y="1213822"/>
            <a:ext cx="11655747" cy="461665"/>
          </a:xfrm>
          <a:prstGeom prst="rect">
            <a:avLst/>
          </a:prstGeom>
          <a:solidFill>
            <a:srgbClr val="D49CAD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SA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مشتری حالا نه فقط برمی‌گرده، بلکه عاشق تجربه با سالن می‌شه</a:t>
            </a:r>
            <a:r>
              <a:rPr lang="fa-IR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 مشتری وفادار</a:t>
            </a:r>
            <a:r>
              <a:rPr lang="ar-SA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برند رو به دیگران معرفی کنه</a:t>
            </a:r>
            <a:endParaRPr lang="en-US" sz="24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4936C14-FD51-C5CE-9E0F-88873E083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6118100"/>
              </p:ext>
            </p:extLst>
          </p:nvPr>
        </p:nvGraphicFramePr>
        <p:xfrm>
          <a:off x="182216" y="2229496"/>
          <a:ext cx="11808000" cy="4203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35014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مرحله وفاداری و طرفداری</a:t>
            </a:r>
            <a:endParaRPr lang="en-US" sz="22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38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46E1AB-6E86-E20C-C5E2-85F969E75E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7518411"/>
              </p:ext>
            </p:extLst>
          </p:nvPr>
        </p:nvGraphicFramePr>
        <p:xfrm>
          <a:off x="189829" y="1050635"/>
          <a:ext cx="11807999" cy="4899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028AADE-50F7-EA40-016F-FA6B8538F5BC}"/>
              </a:ext>
            </a:extLst>
          </p:cNvPr>
          <p:cNvSpPr txBox="1"/>
          <p:nvPr/>
        </p:nvSpPr>
        <p:spPr>
          <a:xfrm>
            <a:off x="1220805" y="6023427"/>
            <a:ext cx="9750391" cy="430887"/>
          </a:xfrm>
          <a:prstGeom prst="rect">
            <a:avLst/>
          </a:prstGeom>
          <a:solidFill>
            <a:srgbClr val="D49CAD"/>
          </a:solidFill>
        </p:spPr>
        <p:txBody>
          <a:bodyPr wrap="square" rtlCol="0" anchor="b">
            <a:spAutoFit/>
          </a:bodyPr>
          <a:lstStyle/>
          <a:p>
            <a:pPr algn="ctr" rtl="1"/>
            <a:r>
              <a:rPr lang="fa-IR" sz="2200" dirty="0">
                <a:solidFill>
                  <a:srgbClr val="002060"/>
                </a:solidFill>
                <a:cs typeface="B Mitra" panose="00000400000000000000" pitchFamily="2" charset="-78"/>
              </a:rPr>
              <a:t>رویه سالن/پرسنل در این مرحله چگونه است؟ نقش و اقداماتی که انجام میدیم؟ کیفیت اقدامی که انجام میدیم چگونه است؟</a:t>
            </a:r>
            <a:endParaRPr lang="en-US" sz="22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sp>
        <p:nvSpPr>
          <p:cNvPr id="5" name="Action Button: Go Back or Previous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452E114-2E33-C4BF-4597-C0AC11DEC5F5}"/>
              </a:ext>
            </a:extLst>
          </p:cNvPr>
          <p:cNvSpPr/>
          <p:nvPr/>
        </p:nvSpPr>
        <p:spPr>
          <a:xfrm rot="10800000">
            <a:off x="1220805" y="4517451"/>
            <a:ext cx="606392" cy="644893"/>
          </a:xfrm>
          <a:prstGeom prst="actionButtonBackPrevious">
            <a:avLst/>
          </a:prstGeom>
          <a:solidFill>
            <a:srgbClr val="00B0F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60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گزارش هپی کال</a:t>
            </a:r>
            <a:endParaRPr lang="en-US" sz="22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39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A571EB5-2760-33F6-73BC-615B6B4DA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7" y="2759475"/>
            <a:ext cx="12056557" cy="135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335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lvl="0" algn="r" rtl="1"/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ب) بازاریابی با رویکرد سفر مشتری- </a:t>
            </a:r>
            <a:r>
              <a:rPr lang="fa-IR" sz="2500" b="1" dirty="0">
                <a:solidFill>
                  <a:srgbClr val="374183"/>
                </a:solidFill>
                <a:cs typeface="B Mitra" panose="00000400000000000000" pitchFamily="2" charset="-78"/>
              </a:rPr>
              <a:t>گزارش هپی کال</a:t>
            </a:r>
            <a:endParaRPr lang="en-US" sz="22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40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E8D233D-BFB6-9F52-98F6-2A0A4685A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503" y="1060594"/>
            <a:ext cx="8073697" cy="5295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32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3600" b="1" dirty="0">
                <a:solidFill>
                  <a:srgbClr val="374183"/>
                </a:solidFill>
                <a:cs typeface="B Mitra" panose="00000400000000000000" pitchFamily="2" charset="-78"/>
              </a:rPr>
              <a:t>ج) بازگشت مشتریان از دست رفته</a:t>
            </a:r>
            <a:endParaRPr lang="en-US" sz="36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41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90C704-3E1E-1422-E441-DCD19EE53B86}"/>
              </a:ext>
            </a:extLst>
          </p:cNvPr>
          <p:cNvSpPr txBox="1"/>
          <p:nvPr/>
        </p:nvSpPr>
        <p:spPr>
          <a:xfrm>
            <a:off x="289202" y="1213822"/>
            <a:ext cx="11655747" cy="461665"/>
          </a:xfrm>
          <a:prstGeom prst="rect">
            <a:avLst/>
          </a:prstGeom>
          <a:solidFill>
            <a:srgbClr val="D49CAD"/>
          </a:solidFill>
        </p:spPr>
        <p:txBody>
          <a:bodyPr wrap="square" rtlCol="0">
            <a:spAutoFit/>
          </a:bodyPr>
          <a:lstStyle/>
          <a:p>
            <a:pPr algn="ctr" rtl="1"/>
            <a:r>
              <a:rPr lang="ar-SA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مشتریانی که مدت</a:t>
            </a:r>
            <a:r>
              <a:rPr lang="fa-IR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طولانی</a:t>
            </a:r>
            <a:r>
              <a:rPr lang="ar-SA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به سالن مراجعه نکردن یا تجربه قبلی‌شون کامل نبود</a:t>
            </a:r>
            <a:endParaRPr lang="en-US" sz="24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C4936C14-FD51-C5CE-9E0F-88873E0835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8871993"/>
              </p:ext>
            </p:extLst>
          </p:nvPr>
        </p:nvGraphicFramePr>
        <p:xfrm>
          <a:off x="182216" y="2229496"/>
          <a:ext cx="11808000" cy="42037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2530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algn="r" rtl="1"/>
            <a:r>
              <a:rPr lang="fa-IR" sz="3600" b="1" dirty="0">
                <a:solidFill>
                  <a:srgbClr val="374183"/>
                </a:solidFill>
                <a:cs typeface="B Mitra" panose="00000400000000000000" pitchFamily="2" charset="-78"/>
              </a:rPr>
              <a:t>ج) بازگشت مشتریان از دست رفته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1AE25A-250F-81DC-09F9-75CAC743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42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EEB6FD-A54D-FA3A-53B4-FECB5B3ECC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563033"/>
              </p:ext>
            </p:extLst>
          </p:nvPr>
        </p:nvGraphicFramePr>
        <p:xfrm>
          <a:off x="2032000" y="112024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3672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/>
          </a:bodyPr>
          <a:lstStyle/>
          <a:p>
            <a:pPr lvl="0" algn="r" rtl="1"/>
            <a:r>
              <a:rPr lang="fa-IR" sz="3600" b="1" dirty="0">
                <a:solidFill>
                  <a:srgbClr val="374183"/>
                </a:solidFill>
                <a:cs typeface="B Mitra" panose="00000400000000000000" pitchFamily="2" charset="-78"/>
              </a:rPr>
              <a:t>ج) بازگشت مشتریان از دست رفته</a:t>
            </a:r>
            <a:endParaRPr lang="en-US" sz="3600" b="1" dirty="0">
              <a:solidFill>
                <a:srgbClr val="374183"/>
              </a:solidFill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43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A46E1AB-6E86-E20C-C5E2-85F969E75E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7303901"/>
              </p:ext>
            </p:extLst>
          </p:nvPr>
        </p:nvGraphicFramePr>
        <p:xfrm>
          <a:off x="189829" y="1050635"/>
          <a:ext cx="11807999" cy="4899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028AADE-50F7-EA40-016F-FA6B8538F5BC}"/>
              </a:ext>
            </a:extLst>
          </p:cNvPr>
          <p:cNvSpPr txBox="1"/>
          <p:nvPr/>
        </p:nvSpPr>
        <p:spPr>
          <a:xfrm>
            <a:off x="1220805" y="6023427"/>
            <a:ext cx="9750391" cy="430887"/>
          </a:xfrm>
          <a:prstGeom prst="rect">
            <a:avLst/>
          </a:prstGeom>
          <a:solidFill>
            <a:srgbClr val="D49CAD"/>
          </a:solidFill>
        </p:spPr>
        <p:txBody>
          <a:bodyPr wrap="square" rtlCol="0" anchor="b">
            <a:spAutoFit/>
          </a:bodyPr>
          <a:lstStyle/>
          <a:p>
            <a:pPr algn="ctr" rtl="1"/>
            <a:r>
              <a:rPr lang="fa-IR" sz="2200" dirty="0">
                <a:solidFill>
                  <a:srgbClr val="002060"/>
                </a:solidFill>
                <a:cs typeface="B Mitra" panose="00000400000000000000" pitchFamily="2" charset="-78"/>
              </a:rPr>
              <a:t>رویه سالن/پرسنل در این مرحله چگونه است؟ نقش و اقداماتی که انجام میدیم؟ کیفیت اقدامی که انجام میدیم چگونه است؟</a:t>
            </a:r>
            <a:endParaRPr lang="en-US" sz="22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50839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ج) بازگشت مشتریان از دست رفته- </a:t>
            </a:r>
            <a:r>
              <a:rPr lang="ar-SA" sz="2600" b="1" dirty="0">
                <a:solidFill>
                  <a:srgbClr val="374183"/>
                </a:solidFill>
                <a:cs typeface="B Mitra" panose="00000400000000000000" pitchFamily="2" charset="-78"/>
              </a:rPr>
              <a:t>مولدهای نارضایتی مشتری</a:t>
            </a:r>
            <a:endParaRPr lang="fa-IR" sz="40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35C567-2EE8-4D28-BC24-A12DCFA3608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51756BF-AAA5-4BEC-41B6-178ABC0D24E5}"/>
              </a:ext>
            </a:extLst>
          </p:cNvPr>
          <p:cNvSpPr txBox="1"/>
          <p:nvPr/>
        </p:nvSpPr>
        <p:spPr>
          <a:xfrm>
            <a:off x="413886" y="1029909"/>
            <a:ext cx="11213432" cy="5347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شکاف اطلاع‌رسانی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وقتی اطلاعات کافی، درست یا هماهنگ به مشتری داده نمی‌شه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000066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مشتری فکر می‌کرد احیای مو شامل کوتاهی هم هست، اما روز انجام کار متوجه شد جدا حساب میشه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شکاف ادراکی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وقتی برداشت مشتری از نتیجه یا خدمات با تصور ذهنی خودش فرق داره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000066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مشتری انتظار داشت رنگ موش دقیقاً مثل عکس </a:t>
            </a:r>
            <a:r>
              <a:rPr lang="fa-IR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نمونه </a:t>
            </a: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اینستاگرام دربیاد، ولی تناژ پوستش فرق داشت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شکاف رویه‌ای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وقتی فرآیند انجام کارها منظم یا استاندارد نیست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000066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مشتری برای وقت مشاوره رزرو کرده، ولی هنگام مراجعه باید دوباره منتظر بمونه چون هماهنگی بین </a:t>
            </a:r>
            <a:r>
              <a:rPr lang="fa-IR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رزرو وقت</a:t>
            </a: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و </a:t>
            </a:r>
            <a:r>
              <a:rPr lang="fa-IR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پرسنل درست</a:t>
            </a: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انجام نشده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شکاف رفتاری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وقتی رفتار پرسنل با مشتری حس احترام، همدلی یا توجه لازم رو منتقل نمی‌کنه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000066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لحن تند، بی‌حوصلگی یا بی‌توجهی در پاسخ‌گویی به سؤال مشتری</a:t>
            </a:r>
            <a:r>
              <a:rPr lang="fa-IR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یا حتی رفتار نامناسب دستیاران</a:t>
            </a:r>
            <a:endParaRPr lang="en-US" sz="1600" dirty="0">
              <a:solidFill>
                <a:srgbClr val="00006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شکاف استنباطی (برداشتی)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وقتی مشتری برداشت اشتباهی از نیت یا سیاست سالن داره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000066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</a:t>
            </a:r>
            <a:r>
              <a:rPr lang="fa-IR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اصلاحات قیمت صورت گرفته ولی به مشتری به درستی دلیل گفته نمیشه و اطلاع رسانی یکسری سیاست ها به درستی گفته نشده یا پرسنل درست متوجه نشده اند.</a:t>
            </a:r>
            <a:endParaRPr lang="en-US" sz="1600" dirty="0">
              <a:solidFill>
                <a:srgbClr val="00006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شکاف پیگیری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وقتی بعد از انجام خدمت، ارتباط قطع می‌شه و هیچ پیگیری، نظرخواهی یا توجهی به تجربه‌ی مشتری نمی‌شه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000066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مشتری بعد از کراتینه یا کاشت ناخن، راهنمای مراقبت یا تماس پیگیری دریافت نمی‌کنه</a:t>
            </a:r>
            <a:r>
              <a:rPr lang="en-US" sz="1600" dirty="0">
                <a:solidFill>
                  <a:srgbClr val="00006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60515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8A1A84-4988-28B5-C893-FAA60BBD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362" y="87728"/>
            <a:ext cx="9292437" cy="847226"/>
          </a:xfrm>
        </p:spPr>
        <p:txBody>
          <a:bodyPr>
            <a:normAutofit fontScale="90000"/>
          </a:bodyPr>
          <a:lstStyle/>
          <a:p>
            <a:pPr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fa-IR" sz="4000" b="1" dirty="0">
                <a:solidFill>
                  <a:srgbClr val="374183"/>
                </a:solidFill>
                <a:cs typeface="B Mitra" panose="00000400000000000000" pitchFamily="2" charset="-78"/>
              </a:rPr>
              <a:t>ج) بازگشت مشتریان از دست رفته- </a:t>
            </a:r>
            <a:r>
              <a:rPr lang="ar-SA" sz="22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راهکارهای بازگشت مشتری ناراضی</a:t>
            </a:r>
            <a:endParaRPr lang="fa-IR" sz="2200" b="1" dirty="0">
              <a:solidFill>
                <a:srgbClr val="374183"/>
              </a:solidFill>
              <a:latin typeface="+mn-lt"/>
              <a:cs typeface="B Mitra" panose="00000400000000000000" pitchFamily="2" charset="-78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80" y="35502"/>
            <a:ext cx="1890983" cy="91684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35C567-2EE8-4D28-BC24-A12DCFA3608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B1789A-F675-C035-8197-3B2B8A271B27}"/>
              </a:ext>
            </a:extLst>
          </p:cNvPr>
          <p:cNvCxnSpPr>
            <a:cxnSpLocks/>
          </p:cNvCxnSpPr>
          <p:nvPr/>
        </p:nvCxnSpPr>
        <p:spPr>
          <a:xfrm>
            <a:off x="231452" y="992794"/>
            <a:ext cx="11808000" cy="0"/>
          </a:xfrm>
          <a:prstGeom prst="line">
            <a:avLst/>
          </a:prstGeom>
          <a:ln w="6350" cmpd="sng">
            <a:solidFill>
              <a:srgbClr val="3741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51756BF-AAA5-4BEC-41B6-178ABC0D24E5}"/>
              </a:ext>
            </a:extLst>
          </p:cNvPr>
          <p:cNvSpPr txBox="1"/>
          <p:nvPr/>
        </p:nvSpPr>
        <p:spPr>
          <a:xfrm>
            <a:off x="413886" y="1029909"/>
            <a:ext cx="11213432" cy="561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گوش دادن بدون دفاع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اولین کار، گوش دادنه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…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بدون توجیه، بدون توضیح زیاد — فقط گوش بدیم تا حس کنه </a:t>
            </a:r>
            <a:r>
              <a:rPr lang="ar-SA" sz="1600" i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شنیده شده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374183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وقتی مشتری از نتیجه کاشت ناخن ناراضیه، با آرامش بپرسیم: «می‌تونید برام بگید دقیقاً چی اذیتتون کرده</a:t>
            </a:r>
            <a:r>
              <a:rPr lang="fa-IR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»</a:t>
            </a:r>
            <a:endParaRPr lang="en-US" sz="16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همدلی واقعی، نه ظاهری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باید حس کنه ناراحتی‌ش برای ما مهمه، نه اینکه فقط بخوایم دلش رو به دست بیاریم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374183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گفتن جمله‌هایی مثل «حق دارید، اگه منم جای شما بودم همین حسو داشت</a:t>
            </a:r>
            <a:r>
              <a:rPr lang="fa-IR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م»</a:t>
            </a:r>
            <a:endParaRPr lang="en-US" sz="16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جبران منصفانه و سریع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جبران فقط تخفیف</a:t>
            </a:r>
            <a:r>
              <a:rPr lang="fa-IR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یا دادن اعتبار بیشتر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نیست؛ یعنی عمل به تعهد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374183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اصلاح رایگان ابرو یا بازنگری رنگ مو با بهترین کارشناس سالن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ثبت و تحلیل نارضایتی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هر شکایت یه گنج اطلاعاتیه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374183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ثبت نوع نارضایتی در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CRM 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تا در آینده الگوی تکرارش مشخص بشه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بازسازی ارتباط انسانی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بعد از جبران، تماس یا پیام پیگیری با لحن صمیمی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374183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«خانم </a:t>
            </a:r>
            <a:r>
              <a:rPr lang="fa-IR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...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، حال موهاتون چطوره؟ همه‌چی راضی‌کننده بود این بار؟</a:t>
            </a:r>
            <a:r>
              <a:rPr lang="fa-IR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»</a:t>
            </a:r>
            <a:endParaRPr lang="en-US" sz="16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  <a:p>
            <a:pPr marL="342900" lvl="0" indent="-342900" algn="r" rtl="1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ar-SA" sz="1600" b="1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تبدیل تجربه تلخ به فرصت وفاداری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وقتی درست مدیریت بشه، مشتری ناراضی می‌تونه به وفادارترین مشتری تبدیل بشه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.</a:t>
            </a:r>
            <a:b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</a:br>
            <a:r>
              <a:rPr lang="en-US" sz="1600" dirty="0">
                <a:solidFill>
                  <a:srgbClr val="374183"/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🔹</a:t>
            </a:r>
            <a:r>
              <a:rPr lang="en-US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مثال: دعوت اختصاصی از مشتری ناراضی به خدمات جدید با </a:t>
            </a:r>
            <a:r>
              <a:rPr lang="fa-IR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یه </a:t>
            </a:r>
            <a:r>
              <a:rPr lang="ar-SA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هدیه‌ی </a:t>
            </a:r>
            <a:r>
              <a:rPr lang="fa-IR" sz="1600" dirty="0">
                <a:solidFill>
                  <a:srgbClr val="37418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خوشحال کننده</a:t>
            </a:r>
            <a:r>
              <a:rPr lang="fa-IR" sz="1600" dirty="0">
                <a:solidFill>
                  <a:srgbClr val="374183"/>
                </a:solidFill>
                <a:latin typeface="Calibri" panose="020F0502020204030204" pitchFamily="34" charset="0"/>
                <a:ea typeface="Calibri" panose="020F0502020204030204" pitchFamily="34" charset="0"/>
                <a:cs typeface="B Mitra" panose="00000400000000000000" pitchFamily="2" charset="-78"/>
              </a:rPr>
              <a:t> کنارش.</a:t>
            </a:r>
            <a:endParaRPr lang="en-US" sz="1600" dirty="0">
              <a:solidFill>
                <a:srgbClr val="37418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600289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32DBE82A-336C-01FB-DA11-C7A9861F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94" y="89533"/>
            <a:ext cx="4443811" cy="2154575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B0135-BE76-9739-2369-CEE963F5C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5C567-2EE8-4D28-BC24-A12DCFA36080}" type="slidenum">
              <a:rPr lang="en-US" smtClean="0"/>
              <a:t>46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6502C6-8D6C-F85E-12FF-EC0C39C603A7}"/>
              </a:ext>
            </a:extLst>
          </p:cNvPr>
          <p:cNvSpPr txBox="1"/>
          <p:nvPr/>
        </p:nvSpPr>
        <p:spPr>
          <a:xfrm>
            <a:off x="1403683" y="3741682"/>
            <a:ext cx="9384631" cy="646331"/>
          </a:xfrm>
          <a:prstGeom prst="rect">
            <a:avLst/>
          </a:prstGeom>
          <a:solidFill>
            <a:srgbClr val="CE90A3"/>
          </a:solidFill>
        </p:spPr>
        <p:txBody>
          <a:bodyPr wrap="square" rtlCol="0" anchor="ctr" anchorCtr="1">
            <a:spAutoFit/>
          </a:bodyPr>
          <a:lstStyle/>
          <a:p>
            <a:pPr marL="144000" algn="ctr" rtl="1"/>
            <a:r>
              <a:rPr lang="fa-IR" sz="3600" b="1" dirty="0">
                <a:solidFill>
                  <a:srgbClr val="374183"/>
                </a:solidFill>
                <a:ea typeface="+mj-ea"/>
                <a:cs typeface="B Mitra" panose="00000400000000000000" pitchFamily="2" charset="-78"/>
              </a:rPr>
              <a:t>ممنون از توجهتون</a:t>
            </a:r>
            <a:endParaRPr lang="en-US" sz="2800" b="1" dirty="0">
              <a:solidFill>
                <a:srgbClr val="374183"/>
              </a:solidFill>
              <a:ea typeface="+mj-ea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10355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3577</TotalTime>
  <Words>3366</Words>
  <Application>Microsoft Office PowerPoint</Application>
  <PresentationFormat>Widescreen</PresentationFormat>
  <Paragraphs>366</Paragraphs>
  <Slides>46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B Mitra</vt:lpstr>
      <vt:lpstr>Calibri</vt:lpstr>
      <vt:lpstr>Calibri Light</vt:lpstr>
      <vt:lpstr>Courier New</vt:lpstr>
      <vt:lpstr>Segoe UI Emoji</vt:lpstr>
      <vt:lpstr>Symbol</vt:lpstr>
      <vt:lpstr>Office Theme</vt:lpstr>
      <vt:lpstr>PowerPoint Presentation</vt:lpstr>
      <vt:lpstr>موضوعات جلسه</vt:lpstr>
      <vt:lpstr>الف) / مفهوم بازاریابی- بازاریابی چیه؟-مفاهیم کلاسیک</vt:lpstr>
      <vt:lpstr>الف) / مفهوم بازاریابی- بازاریابی احساسی به روش مریم روشن</vt:lpstr>
      <vt:lpstr>الف) / مفهوم بازاریابی</vt:lpstr>
      <vt:lpstr>الف) اهمیت سیستم بازاریابی- سیستم سازی به زبان ساده</vt:lpstr>
      <vt:lpstr>الف) اهمیت سیستم بازاریابی- شرط لازم، کار درست رو یاد بگیریم/ شرط کافی، کار رو درست انجام بدیم</vt:lpstr>
      <vt:lpstr>الف) هدف سیستم بازاریابی- اهداف کلی بازاریابی در مجموعه</vt:lpstr>
      <vt:lpstr>الف) هدف سیستم بازاریابی- اهداف کلی بازاریابی در مجموعه</vt:lpstr>
      <vt:lpstr>ب) بازاریابی با رویکرد سفر مشتری- مراحل سفر مشتری</vt:lpstr>
      <vt:lpstr>ب) بازاریابی با رویکرد سفر مشتری- نقاط تماس/ نقاط درد</vt:lpstr>
      <vt:lpstr>الف) اهمیت سیستم بازاریابی- شناخت و تحلیل بازار هدف </vt:lpstr>
      <vt:lpstr>ب) بازاریابی با رویکرد سفر مشتری- رفتارشناسی مخاطب/مشتری بی رغبت</vt:lpstr>
      <vt:lpstr>ب) بازاریابی با رویکرد سفر مشتری- اقدامات کلی برای مشتری بی رغبت</vt:lpstr>
      <vt:lpstr>ب) بازاریابی با رویکرد سفر مشتری- مرحله غریبه با برند</vt:lpstr>
      <vt:lpstr>ب) بازاریابی با رویکرد سفر مشتری- مرحله غریبه با برند</vt:lpstr>
      <vt:lpstr>ب) بازاریابی با رویکرد سفر مشتری- مرحله غریبه با برند/هدف کلی</vt:lpstr>
      <vt:lpstr>ب) بازاریابی با رویکرد سفر مشتری- نقاط تماس غریبه با برند-ابزار و اقدام؟</vt:lpstr>
      <vt:lpstr>ب) بازاریابی با رویکرد سفر مشتری- جستجو در مرورگرها</vt:lpstr>
      <vt:lpstr>ب) بازاریابی با رویکرد سفر مشتری- مرحله آشنایی و توجه به برند</vt:lpstr>
      <vt:lpstr>ب) بازاریابی با رویکرد سفر مشتری- مرحله آشنایی و توجه به برند</vt:lpstr>
      <vt:lpstr>ب) بازاریابی با رویکرد سفر مشتری- مرحله آشنایی و توجه به برند</vt:lpstr>
      <vt:lpstr>ب) بازاریابی با رویکرد سفر مشتری- مرحله آشنایی و توجه به برند</vt:lpstr>
      <vt:lpstr>ب) بازاریابی با رویکرد سفر مشتری- مرحله آشنایی و توجه به برند</vt:lpstr>
      <vt:lpstr>ب) بازاریابی با رویکرد سفر مشتری- مرحله اولین تجربه</vt:lpstr>
      <vt:lpstr>ب) بازاریابی با رویکرد سفر مشتری- مرحله اولین تجربه</vt:lpstr>
      <vt:lpstr>ب) بازاریابی با رویکرد سفر مشتری- مرحله اولین تجربه</vt:lpstr>
      <vt:lpstr>ب) بازاریابی با رویکرد سفر مشتری- مرحله اولین تجربه</vt:lpstr>
      <vt:lpstr>ب) بازاریابی با رویکرد سفر مشتری- سالن مریم روشن در نقشه</vt:lpstr>
      <vt:lpstr>ب) بازاریابی با رویکرد سفر مشتری- مرحله رضایت و تکرار تجربه</vt:lpstr>
      <vt:lpstr>ب) بازاریابی با رویکرد سفر مشتری- مرحله رضایت و تکرار تجربه</vt:lpstr>
      <vt:lpstr>ب) بازاریابی با رویکرد سفر مشتری- مرحله رضایت و تکرار تجربه</vt:lpstr>
      <vt:lpstr>ب) بازاریابی با رویکرد سفر مشتری- مرحله رضایت و تکرار تجربه</vt:lpstr>
      <vt:lpstr>ب) بازاریابی با رویکرد سفر مشتری- مرحله وفاداری و طرفداری</vt:lpstr>
      <vt:lpstr>ب) بازاریابی با رویکرد سفر مشتری- مرحله وفاداری و طرفداری</vt:lpstr>
      <vt:lpstr>ب) بازاریابی با رویکرد سفر مشتری- مرحله وفاداری و طرفداری</vt:lpstr>
      <vt:lpstr>ب) بازاریابی با رویکرد سفر مشتری- مرحله وفاداری و طرفداری</vt:lpstr>
      <vt:lpstr>ب) بازاریابی با رویکرد سفر مشتری- مرحله وفاداری و طرفداری</vt:lpstr>
      <vt:lpstr>ب) بازاریابی با رویکرد سفر مشتری- گزارش هپی کال</vt:lpstr>
      <vt:lpstr>ب) بازاریابی با رویکرد سفر مشتری- گزارش هپی کال</vt:lpstr>
      <vt:lpstr>ج) بازگشت مشتریان از دست رفته</vt:lpstr>
      <vt:lpstr>ج) بازگشت مشتریان از دست رفته</vt:lpstr>
      <vt:lpstr>ج) بازگشت مشتریان از دست رفته</vt:lpstr>
      <vt:lpstr>ج) بازگشت مشتریان از دست رفته- مولدهای نارضایتی مشتری</vt:lpstr>
      <vt:lpstr>ج) بازگشت مشتریان از دست رفته- راهکارهای بازگشت مشتری ناراضی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DIGIMORO</dc:creator>
  <cp:lastModifiedBy>DIGIMORO</cp:lastModifiedBy>
  <cp:revision>717</cp:revision>
  <cp:lastPrinted>2025-11-03T10:25:05Z</cp:lastPrinted>
  <dcterms:created xsi:type="dcterms:W3CDTF">2025-10-15T13:59:21Z</dcterms:created>
  <dcterms:modified xsi:type="dcterms:W3CDTF">2025-11-03T17:43:30Z</dcterms:modified>
</cp:coreProperties>
</file>